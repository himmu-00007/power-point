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Lst>
  <p:notesMasterIdLst>
    <p:notesMasterId r:id="rId13"/>
  </p:notesMasterIdLst>
  <p:sldIdLst>
    <p:sldId id="260" r:id="rId3"/>
    <p:sldId id="258" r:id="rId4"/>
    <p:sldId id="264" r:id="rId5"/>
    <p:sldId id="256" r:id="rId6"/>
    <p:sldId id="257" r:id="rId7"/>
    <p:sldId id="265" r:id="rId8"/>
    <p:sldId id="259" r:id="rId9"/>
    <p:sldId id="266" r:id="rId10"/>
    <p:sldId id="267" r:id="rId11"/>
    <p:sldId id="26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00000"/>
    <a:srgbClr val="CC3300"/>
    <a:srgbClr val="FFCC66"/>
    <a:srgbClr val="A500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546" autoAdjust="0"/>
    <p:restoredTop sz="94660"/>
  </p:normalViewPr>
  <p:slideViewPr>
    <p:cSldViewPr snapToGrid="0">
      <p:cViewPr varScale="1">
        <p:scale>
          <a:sx n="82" d="100"/>
          <a:sy n="82" d="100"/>
        </p:scale>
        <p:origin x="878" y="7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r. Himmu" userId="b09b5b51d18eb658" providerId="LiveId" clId="{12635415-A27E-40A9-8B48-82A8CAB0BCFB}"/>
    <pc:docChg chg="undo custSel addSld delSld modSld sldOrd delMainMaster modMainMaster">
      <pc:chgData name="Mr. Himmu" userId="b09b5b51d18eb658" providerId="LiveId" clId="{12635415-A27E-40A9-8B48-82A8CAB0BCFB}" dt="2026-09-22T15:37:12.006" v="5162" actId="115"/>
      <pc:docMkLst>
        <pc:docMk/>
      </pc:docMkLst>
      <pc:sldChg chg="addSp delSp modSp mod ord modTransition modAnim">
        <pc:chgData name="Mr. Himmu" userId="b09b5b51d18eb658" providerId="LiveId" clId="{12635415-A27E-40A9-8B48-82A8CAB0BCFB}" dt="2026-09-22T13:10:43.379" v="5090"/>
        <pc:sldMkLst>
          <pc:docMk/>
          <pc:sldMk cId="3606053026" sldId="256"/>
        </pc:sldMkLst>
        <pc:spChg chg="mod">
          <ac:chgData name="Mr. Himmu" userId="b09b5b51d18eb658" providerId="LiveId" clId="{12635415-A27E-40A9-8B48-82A8CAB0BCFB}" dt="2026-09-22T13:10:43.379" v="5090"/>
          <ac:spMkLst>
            <pc:docMk/>
            <pc:sldMk cId="3606053026" sldId="256"/>
            <ac:spMk id="2" creationId="{53876261-E327-347E-61A8-D266017C6A62}"/>
          </ac:spMkLst>
        </pc:spChg>
        <pc:spChg chg="mod">
          <ac:chgData name="Mr. Himmu" userId="b09b5b51d18eb658" providerId="LiveId" clId="{12635415-A27E-40A9-8B48-82A8CAB0BCFB}" dt="2026-09-22T08:18:45.926" v="3211" actId="1076"/>
          <ac:spMkLst>
            <pc:docMk/>
            <pc:sldMk cId="3606053026" sldId="256"/>
            <ac:spMk id="3" creationId="{CCD4BDB7-C1A7-CD56-E2AF-11136A60929C}"/>
          </ac:spMkLst>
        </pc:spChg>
        <pc:spChg chg="add mod">
          <ac:chgData name="Mr. Himmu" userId="b09b5b51d18eb658" providerId="LiveId" clId="{12635415-A27E-40A9-8B48-82A8CAB0BCFB}" dt="2026-09-22T10:02:53.336" v="4688" actId="20577"/>
          <ac:spMkLst>
            <pc:docMk/>
            <pc:sldMk cId="3606053026" sldId="256"/>
            <ac:spMk id="4" creationId="{E4D8F201-D22E-7289-6A12-B59DF4006868}"/>
          </ac:spMkLst>
        </pc:spChg>
        <pc:spChg chg="add mod">
          <ac:chgData name="Mr. Himmu" userId="b09b5b51d18eb658" providerId="LiveId" clId="{12635415-A27E-40A9-8B48-82A8CAB0BCFB}" dt="2026-09-22T08:20:44.732" v="3218" actId="207"/>
          <ac:spMkLst>
            <pc:docMk/>
            <pc:sldMk cId="3606053026" sldId="256"/>
            <ac:spMk id="7" creationId="{00000000-0000-0000-0000-000000000000}"/>
          </ac:spMkLst>
        </pc:spChg>
        <pc:spChg chg="add mod">
          <ac:chgData name="Mr. Himmu" userId="b09b5b51d18eb658" providerId="LiveId" clId="{12635415-A27E-40A9-8B48-82A8CAB0BCFB}" dt="2026-09-22T08:21:20.332" v="3220" actId="207"/>
          <ac:spMkLst>
            <pc:docMk/>
            <pc:sldMk cId="3606053026" sldId="256"/>
            <ac:spMk id="8" creationId="{00000000-0000-0000-0000-000000000000}"/>
          </ac:spMkLst>
        </pc:spChg>
        <pc:spChg chg="add mod">
          <ac:chgData name="Mr. Himmu" userId="b09b5b51d18eb658" providerId="LiveId" clId="{12635415-A27E-40A9-8B48-82A8CAB0BCFB}" dt="2026-09-22T08:22:30" v="3222" actId="207"/>
          <ac:spMkLst>
            <pc:docMk/>
            <pc:sldMk cId="3606053026" sldId="256"/>
            <ac:spMk id="9" creationId="{00000000-0000-0000-0000-000000000000}"/>
          </ac:spMkLst>
        </pc:spChg>
        <pc:spChg chg="add mod">
          <ac:chgData name="Mr. Himmu" userId="b09b5b51d18eb658" providerId="LiveId" clId="{12635415-A27E-40A9-8B48-82A8CAB0BCFB}" dt="2026-09-22T08:24:37.213" v="3270" actId="207"/>
          <ac:spMkLst>
            <pc:docMk/>
            <pc:sldMk cId="3606053026" sldId="256"/>
            <ac:spMk id="10" creationId="{00000000-0000-0000-0000-000000000000}"/>
          </ac:spMkLst>
        </pc:spChg>
        <pc:spChg chg="add mod">
          <ac:chgData name="Mr. Himmu" userId="b09b5b51d18eb658" providerId="LiveId" clId="{12635415-A27E-40A9-8B48-82A8CAB0BCFB}" dt="2026-09-22T08:18:06.302" v="3208"/>
          <ac:spMkLst>
            <pc:docMk/>
            <pc:sldMk cId="3606053026" sldId="256"/>
            <ac:spMk id="11" creationId="{00000000-0000-0000-0000-000000000000}"/>
          </ac:spMkLst>
        </pc:spChg>
        <pc:spChg chg="add del mod">
          <ac:chgData name="Mr. Himmu" userId="b09b5b51d18eb658" providerId="LiveId" clId="{12635415-A27E-40A9-8B48-82A8CAB0BCFB}" dt="2026-09-22T10:02:50.170" v="4686" actId="21"/>
          <ac:spMkLst>
            <pc:docMk/>
            <pc:sldMk cId="3606053026" sldId="256"/>
            <ac:spMk id="12" creationId="{00000000-0000-0000-0000-000000000000}"/>
          </ac:spMkLst>
        </pc:spChg>
        <pc:spChg chg="add mod">
          <ac:chgData name="Mr. Himmu" userId="b09b5b51d18eb658" providerId="LiveId" clId="{12635415-A27E-40A9-8B48-82A8CAB0BCFB}" dt="2026-09-22T08:18:45.926" v="3211" actId="1076"/>
          <ac:spMkLst>
            <pc:docMk/>
            <pc:sldMk cId="3606053026" sldId="256"/>
            <ac:spMk id="13" creationId="{00000000-0000-0000-0000-000000000000}"/>
          </ac:spMkLst>
        </pc:spChg>
        <pc:spChg chg="add mod">
          <ac:chgData name="Mr. Himmu" userId="b09b5b51d18eb658" providerId="LiveId" clId="{12635415-A27E-40A9-8B48-82A8CAB0BCFB}" dt="2026-09-22T08:23:26.597" v="3227" actId="207"/>
          <ac:spMkLst>
            <pc:docMk/>
            <pc:sldMk cId="3606053026" sldId="256"/>
            <ac:spMk id="14" creationId="{00000000-0000-0000-0000-000000000000}"/>
          </ac:spMkLst>
        </pc:spChg>
        <pc:spChg chg="add mod">
          <ac:chgData name="Mr. Himmu" userId="b09b5b51d18eb658" providerId="LiveId" clId="{12635415-A27E-40A9-8B48-82A8CAB0BCFB}" dt="2026-09-22T08:18:45.926" v="3211" actId="1076"/>
          <ac:spMkLst>
            <pc:docMk/>
            <pc:sldMk cId="3606053026" sldId="256"/>
            <ac:spMk id="15" creationId="{00000000-0000-0000-0000-000000000000}"/>
          </ac:spMkLst>
        </pc:spChg>
        <pc:spChg chg="add mod">
          <ac:chgData name="Mr. Himmu" userId="b09b5b51d18eb658" providerId="LiveId" clId="{12635415-A27E-40A9-8B48-82A8CAB0BCFB}" dt="2026-09-22T08:45:44.516" v="3514" actId="20577"/>
          <ac:spMkLst>
            <pc:docMk/>
            <pc:sldMk cId="3606053026" sldId="256"/>
            <ac:spMk id="16" creationId="{00000000-0000-0000-0000-000000000000}"/>
          </ac:spMkLst>
        </pc:spChg>
        <pc:spChg chg="add mod">
          <ac:chgData name="Mr. Himmu" userId="b09b5b51d18eb658" providerId="LiveId" clId="{12635415-A27E-40A9-8B48-82A8CAB0BCFB}" dt="2026-09-22T08:18:45.926" v="3211" actId="1076"/>
          <ac:spMkLst>
            <pc:docMk/>
            <pc:sldMk cId="3606053026" sldId="256"/>
            <ac:spMk id="17" creationId="{00000000-0000-0000-0000-000000000000}"/>
          </ac:spMkLst>
        </pc:spChg>
        <pc:spChg chg="add mod">
          <ac:chgData name="Mr. Himmu" userId="b09b5b51d18eb658" providerId="LiveId" clId="{12635415-A27E-40A9-8B48-82A8CAB0BCFB}" dt="2026-09-22T08:22:39.862" v="3223" actId="207"/>
          <ac:spMkLst>
            <pc:docMk/>
            <pc:sldMk cId="3606053026" sldId="256"/>
            <ac:spMk id="18" creationId="{00000000-0000-0000-0000-000000000000}"/>
          </ac:spMkLst>
        </pc:spChg>
        <pc:picChg chg="mod">
          <ac:chgData name="Mr. Himmu" userId="b09b5b51d18eb658" providerId="LiveId" clId="{12635415-A27E-40A9-8B48-82A8CAB0BCFB}" dt="2026-09-22T09:10:31.748" v="3693" actId="14100"/>
          <ac:picMkLst>
            <pc:docMk/>
            <pc:sldMk cId="3606053026" sldId="256"/>
            <ac:picMk id="5" creationId="{678E4D21-D0AF-E2DD-51A8-FCC5A215EFE5}"/>
          </ac:picMkLst>
        </pc:picChg>
        <pc:picChg chg="add del mod">
          <ac:chgData name="Mr. Himmu" userId="b09b5b51d18eb658" providerId="LiveId" clId="{12635415-A27E-40A9-8B48-82A8CAB0BCFB}" dt="2026-09-22T08:18:13.091" v="3209" actId="21"/>
          <ac:picMkLst>
            <pc:docMk/>
            <pc:sldMk cId="3606053026" sldId="256"/>
            <ac:picMk id="6" creationId="{00000000-0000-0000-0000-000000000000}"/>
          </ac:picMkLst>
        </pc:picChg>
      </pc:sldChg>
      <pc:sldChg chg="addSp delSp modSp mod ord modTransition modAnim">
        <pc:chgData name="Mr. Himmu" userId="b09b5b51d18eb658" providerId="LiveId" clId="{12635415-A27E-40A9-8B48-82A8CAB0BCFB}" dt="2026-09-22T14:18:49.506" v="5149"/>
        <pc:sldMkLst>
          <pc:docMk/>
          <pc:sldMk cId="819341600" sldId="257"/>
        </pc:sldMkLst>
        <pc:spChg chg="mod">
          <ac:chgData name="Mr. Himmu" userId="b09b5b51d18eb658" providerId="LiveId" clId="{12635415-A27E-40A9-8B48-82A8CAB0BCFB}" dt="2026-09-22T08:56:34.827" v="3605" actId="1076"/>
          <ac:spMkLst>
            <pc:docMk/>
            <pc:sldMk cId="819341600" sldId="257"/>
            <ac:spMk id="2" creationId="{2DB06BE4-6FD8-34CD-FEBF-92C7A7BE503F}"/>
          </ac:spMkLst>
        </pc:spChg>
        <pc:spChg chg="mod">
          <ac:chgData name="Mr. Himmu" userId="b09b5b51d18eb658" providerId="LiveId" clId="{12635415-A27E-40A9-8B48-82A8CAB0BCFB}" dt="2026-09-22T09:04:33.016" v="3663"/>
          <ac:spMkLst>
            <pc:docMk/>
            <pc:sldMk cId="819341600" sldId="257"/>
            <ac:spMk id="3" creationId="{5F00DCBC-5BF0-BC9D-1674-64F2E53332EF}"/>
          </ac:spMkLst>
        </pc:spChg>
        <pc:spChg chg="add mod">
          <ac:chgData name="Mr. Himmu" userId="b09b5b51d18eb658" providerId="LiveId" clId="{12635415-A27E-40A9-8B48-82A8CAB0BCFB}" dt="2026-09-22T10:02:04.542" v="4675" actId="20577"/>
          <ac:spMkLst>
            <pc:docMk/>
            <pc:sldMk cId="819341600" sldId="257"/>
            <ac:spMk id="4" creationId="{1E855438-B00C-6D72-2F79-C0CE778339C0}"/>
          </ac:spMkLst>
        </pc:spChg>
        <pc:spChg chg="add mod">
          <ac:chgData name="Mr. Himmu" userId="b09b5b51d18eb658" providerId="LiveId" clId="{12635415-A27E-40A9-8B48-82A8CAB0BCFB}" dt="2026-09-22T14:18:49.506" v="5149"/>
          <ac:spMkLst>
            <pc:docMk/>
            <pc:sldMk cId="819341600" sldId="257"/>
            <ac:spMk id="5" creationId="{1A1CCA7B-EED4-F8A6-9BA1-A833CCCC187D}"/>
          </ac:spMkLst>
        </pc:spChg>
        <pc:spChg chg="add mod">
          <ac:chgData name="Mr. Himmu" userId="b09b5b51d18eb658" providerId="LiveId" clId="{12635415-A27E-40A9-8B48-82A8CAB0BCFB}" dt="2026-09-22T08:50:53.448" v="3520"/>
          <ac:spMkLst>
            <pc:docMk/>
            <pc:sldMk cId="819341600" sldId="257"/>
            <ac:spMk id="5" creationId="{678C294F-75E0-3B70-5B65-7F58F46EDD90}"/>
          </ac:spMkLst>
        </pc:spChg>
        <pc:spChg chg="add mod">
          <ac:chgData name="Mr. Himmu" userId="b09b5b51d18eb658" providerId="LiveId" clId="{12635415-A27E-40A9-8B48-82A8CAB0BCFB}" dt="2026-09-22T08:50:53.448" v="3520"/>
          <ac:spMkLst>
            <pc:docMk/>
            <pc:sldMk cId="819341600" sldId="257"/>
            <ac:spMk id="6" creationId="{95785CEE-8A5F-3DCA-7E6B-988DC8B33B0D}"/>
          </ac:spMkLst>
        </pc:spChg>
        <pc:spChg chg="add mod">
          <ac:chgData name="Mr. Himmu" userId="b09b5b51d18eb658" providerId="LiveId" clId="{12635415-A27E-40A9-8B48-82A8CAB0BCFB}" dt="2026-09-22T08:50:53.448" v="3520"/>
          <ac:spMkLst>
            <pc:docMk/>
            <pc:sldMk cId="819341600" sldId="257"/>
            <ac:spMk id="7" creationId="{09E20780-1B16-01BD-B880-4AAF15BF2D01}"/>
          </ac:spMkLst>
        </pc:spChg>
        <pc:spChg chg="add mod">
          <ac:chgData name="Mr. Himmu" userId="b09b5b51d18eb658" providerId="LiveId" clId="{12635415-A27E-40A9-8B48-82A8CAB0BCFB}" dt="2026-09-22T08:50:53.448" v="3520"/>
          <ac:spMkLst>
            <pc:docMk/>
            <pc:sldMk cId="819341600" sldId="257"/>
            <ac:spMk id="10" creationId="{FC7949A7-CD3F-EE22-DD48-9F6FC05F3304}"/>
          </ac:spMkLst>
        </pc:spChg>
        <pc:spChg chg="add mod">
          <ac:chgData name="Mr. Himmu" userId="b09b5b51d18eb658" providerId="LiveId" clId="{12635415-A27E-40A9-8B48-82A8CAB0BCFB}" dt="2026-09-22T08:50:53.448" v="3520"/>
          <ac:spMkLst>
            <pc:docMk/>
            <pc:sldMk cId="819341600" sldId="257"/>
            <ac:spMk id="11" creationId="{98F78DA4-8547-D63F-8FAF-77D5B964FA1D}"/>
          </ac:spMkLst>
        </pc:spChg>
        <pc:spChg chg="add mod">
          <ac:chgData name="Mr. Himmu" userId="b09b5b51d18eb658" providerId="LiveId" clId="{12635415-A27E-40A9-8B48-82A8CAB0BCFB}" dt="2026-09-22T09:04:33.016" v="3663"/>
          <ac:spMkLst>
            <pc:docMk/>
            <pc:sldMk cId="819341600" sldId="257"/>
            <ac:spMk id="12" creationId="{EEBF8A2E-F859-BF88-7C8C-7198DA45F068}"/>
          </ac:spMkLst>
        </pc:spChg>
        <pc:spChg chg="add mod">
          <ac:chgData name="Mr. Himmu" userId="b09b5b51d18eb658" providerId="LiveId" clId="{12635415-A27E-40A9-8B48-82A8CAB0BCFB}" dt="2026-09-22T09:04:33.016" v="3663"/>
          <ac:spMkLst>
            <pc:docMk/>
            <pc:sldMk cId="819341600" sldId="257"/>
            <ac:spMk id="13" creationId="{521E6202-5B4D-B8DE-7A2E-C6CF1BD4FD99}"/>
          </ac:spMkLst>
        </pc:spChg>
        <pc:spChg chg="add mod">
          <ac:chgData name="Mr. Himmu" userId="b09b5b51d18eb658" providerId="LiveId" clId="{12635415-A27E-40A9-8B48-82A8CAB0BCFB}" dt="2026-09-22T08:58:32.700" v="3620" actId="20577"/>
          <ac:spMkLst>
            <pc:docMk/>
            <pc:sldMk cId="819341600" sldId="257"/>
            <ac:spMk id="14" creationId="{6AAFD25E-E521-9C0B-3AD4-5829D16C04EE}"/>
          </ac:spMkLst>
        </pc:spChg>
        <pc:spChg chg="add mod">
          <ac:chgData name="Mr. Himmu" userId="b09b5b51d18eb658" providerId="LiveId" clId="{12635415-A27E-40A9-8B48-82A8CAB0BCFB}" dt="2026-09-22T09:04:33.016" v="3663"/>
          <ac:spMkLst>
            <pc:docMk/>
            <pc:sldMk cId="819341600" sldId="257"/>
            <ac:spMk id="16" creationId="{B84D67B3-5677-CD05-7059-1FA6DC82191D}"/>
          </ac:spMkLst>
        </pc:spChg>
        <pc:spChg chg="add mod">
          <ac:chgData name="Mr. Himmu" userId="b09b5b51d18eb658" providerId="LiveId" clId="{12635415-A27E-40A9-8B48-82A8CAB0BCFB}" dt="2026-09-22T09:05:09.866" v="3666" actId="1076"/>
          <ac:spMkLst>
            <pc:docMk/>
            <pc:sldMk cId="819341600" sldId="257"/>
            <ac:spMk id="17" creationId="{27C72CD9-ED65-6854-98DE-005F53646D8B}"/>
          </ac:spMkLst>
        </pc:spChg>
        <pc:spChg chg="add del mod ord">
          <ac:chgData name="Mr. Himmu" userId="b09b5b51d18eb658" providerId="LiveId" clId="{12635415-A27E-40A9-8B48-82A8CAB0BCFB}" dt="2026-09-22T08:57:05.098" v="3609" actId="21"/>
          <ac:spMkLst>
            <pc:docMk/>
            <pc:sldMk cId="819341600" sldId="257"/>
            <ac:spMk id="18" creationId="{6282F350-F3EF-6C13-B395-FE4C1A6BE7F5}"/>
          </ac:spMkLst>
        </pc:spChg>
        <pc:spChg chg="add mod">
          <ac:chgData name="Mr. Himmu" userId="b09b5b51d18eb658" providerId="LiveId" clId="{12635415-A27E-40A9-8B48-82A8CAB0BCFB}" dt="2026-09-22T10:00:18.521" v="4648" actId="14100"/>
          <ac:spMkLst>
            <pc:docMk/>
            <pc:sldMk cId="819341600" sldId="257"/>
            <ac:spMk id="20" creationId="{D23362E2-BED2-A8B5-381A-E2C5D4B9A26B}"/>
          </ac:spMkLst>
        </pc:spChg>
        <pc:spChg chg="add del mod">
          <ac:chgData name="Mr. Himmu" userId="b09b5b51d18eb658" providerId="LiveId" clId="{12635415-A27E-40A9-8B48-82A8CAB0BCFB}" dt="2026-09-22T09:58:00.523" v="4621" actId="21"/>
          <ac:spMkLst>
            <pc:docMk/>
            <pc:sldMk cId="819341600" sldId="257"/>
            <ac:spMk id="21" creationId="{8930CCC3-2440-93F1-1C96-48D368E348DA}"/>
          </ac:spMkLst>
        </pc:spChg>
        <pc:spChg chg="add mod">
          <ac:chgData name="Mr. Himmu" userId="b09b5b51d18eb658" providerId="LiveId" clId="{12635415-A27E-40A9-8B48-82A8CAB0BCFB}" dt="2026-09-22T10:00:39.722" v="4651" actId="1076"/>
          <ac:spMkLst>
            <pc:docMk/>
            <pc:sldMk cId="819341600" sldId="257"/>
            <ac:spMk id="22" creationId="{0C245D20-1A3A-E5D9-FB6C-7789E486454E}"/>
          </ac:spMkLst>
        </pc:spChg>
        <pc:spChg chg="add mod">
          <ac:chgData name="Mr. Himmu" userId="b09b5b51d18eb658" providerId="LiveId" clId="{12635415-A27E-40A9-8B48-82A8CAB0BCFB}" dt="2026-09-22T10:00:09.592" v="4645" actId="14100"/>
          <ac:spMkLst>
            <pc:docMk/>
            <pc:sldMk cId="819341600" sldId="257"/>
            <ac:spMk id="23" creationId="{B4E039CC-AC13-BC1A-772A-E42F30F0A8C2}"/>
          </ac:spMkLst>
        </pc:spChg>
        <pc:spChg chg="add mod">
          <ac:chgData name="Mr. Himmu" userId="b09b5b51d18eb658" providerId="LiveId" clId="{12635415-A27E-40A9-8B48-82A8CAB0BCFB}" dt="2026-09-22T10:00:24.704" v="4649" actId="14100"/>
          <ac:spMkLst>
            <pc:docMk/>
            <pc:sldMk cId="819341600" sldId="257"/>
            <ac:spMk id="24" creationId="{B2E14DB1-DD46-9D92-7CDB-C9959893CCAE}"/>
          </ac:spMkLst>
        </pc:spChg>
        <pc:picChg chg="add mod">
          <ac:chgData name="Mr. Himmu" userId="b09b5b51d18eb658" providerId="LiveId" clId="{12635415-A27E-40A9-8B48-82A8CAB0BCFB}" dt="2026-09-22T08:50:53.448" v="3520"/>
          <ac:picMkLst>
            <pc:docMk/>
            <pc:sldMk cId="819341600" sldId="257"/>
            <ac:picMk id="8" creationId="{1D9D5809-2E49-54E9-B05A-BB22FAE25752}"/>
          </ac:picMkLst>
        </pc:picChg>
        <pc:picChg chg="mod ord">
          <ac:chgData name="Mr. Himmu" userId="b09b5b51d18eb658" providerId="LiveId" clId="{12635415-A27E-40A9-8B48-82A8CAB0BCFB}" dt="2026-09-22T09:59:36.374" v="4637" actId="1076"/>
          <ac:picMkLst>
            <pc:docMk/>
            <pc:sldMk cId="819341600" sldId="257"/>
            <ac:picMk id="9" creationId="{482D41E6-8476-97C7-EA29-F1408B401AF6}"/>
          </ac:picMkLst>
        </pc:picChg>
        <pc:picChg chg="add del mod">
          <ac:chgData name="Mr. Himmu" userId="b09b5b51d18eb658" providerId="LiveId" clId="{12635415-A27E-40A9-8B48-82A8CAB0BCFB}" dt="2026-09-22T08:53:36.613" v="3588" actId="21"/>
          <ac:picMkLst>
            <pc:docMk/>
            <pc:sldMk cId="819341600" sldId="257"/>
            <ac:picMk id="15" creationId="{D2CB7634-88B9-F9F3-5F30-BDE30F51EC97}"/>
          </ac:picMkLst>
        </pc:picChg>
        <pc:picChg chg="add del mod ord">
          <ac:chgData name="Mr. Himmu" userId="b09b5b51d18eb658" providerId="LiveId" clId="{12635415-A27E-40A9-8B48-82A8CAB0BCFB}" dt="2026-09-22T09:55:07.144" v="4597" actId="21"/>
          <ac:picMkLst>
            <pc:docMk/>
            <pc:sldMk cId="819341600" sldId="257"/>
            <ac:picMk id="19" creationId="{9D10107F-E44F-DA9E-614A-2367A8C8EC5E}"/>
          </ac:picMkLst>
        </pc:picChg>
      </pc:sldChg>
      <pc:sldChg chg="addSp delSp modSp add mod ord modTransition modAnim">
        <pc:chgData name="Mr. Himmu" userId="b09b5b51d18eb658" providerId="LiveId" clId="{12635415-A27E-40A9-8B48-82A8CAB0BCFB}" dt="2026-09-22T15:36:04.583" v="5160"/>
        <pc:sldMkLst>
          <pc:docMk/>
          <pc:sldMk cId="0" sldId="258"/>
        </pc:sldMkLst>
        <pc:spChg chg="mod">
          <ac:chgData name="Mr. Himmu" userId="b09b5b51d18eb658" providerId="LiveId" clId="{12635415-A27E-40A9-8B48-82A8CAB0BCFB}" dt="2026-09-22T07:34:42.942" v="2582" actId="14100"/>
          <ac:spMkLst>
            <pc:docMk/>
            <pc:sldMk cId="0" sldId="258"/>
            <ac:spMk id="2" creationId="{00000000-0000-0000-0000-000000000000}"/>
          </ac:spMkLst>
        </pc:spChg>
        <pc:spChg chg="mod">
          <ac:chgData name="Mr. Himmu" userId="b09b5b51d18eb658" providerId="LiveId" clId="{12635415-A27E-40A9-8B48-82A8CAB0BCFB}" dt="2026-09-22T07:34:53.381" v="2583" actId="1076"/>
          <ac:spMkLst>
            <pc:docMk/>
            <pc:sldMk cId="0" sldId="258"/>
            <ac:spMk id="3" creationId="{00000000-0000-0000-0000-000000000000}"/>
          </ac:spMkLst>
        </pc:spChg>
        <pc:spChg chg="del mod">
          <ac:chgData name="Mr. Himmu" userId="b09b5b51d18eb658" providerId="LiveId" clId="{12635415-A27E-40A9-8B48-82A8CAB0BCFB}" dt="2026-09-21T10:35:53.840" v="240" actId="21"/>
          <ac:spMkLst>
            <pc:docMk/>
            <pc:sldMk cId="0" sldId="258"/>
            <ac:spMk id="4" creationId="{00000000-0000-0000-0000-000000000000}"/>
          </ac:spMkLst>
        </pc:spChg>
        <pc:spChg chg="add mod">
          <ac:chgData name="Mr. Himmu" userId="b09b5b51d18eb658" providerId="LiveId" clId="{12635415-A27E-40A9-8B48-82A8CAB0BCFB}" dt="2026-09-22T14:19:06.760" v="5152" actId="1076"/>
          <ac:spMkLst>
            <pc:docMk/>
            <pc:sldMk cId="0" sldId="258"/>
            <ac:spMk id="4" creationId="{511F4A89-43B4-BF27-7723-0F0CAD1A764E}"/>
          </ac:spMkLst>
        </pc:spChg>
        <pc:spChg chg="add">
          <ac:chgData name="Mr. Himmu" userId="b09b5b51d18eb658" providerId="LiveId" clId="{12635415-A27E-40A9-8B48-82A8CAB0BCFB}" dt="2026-09-22T05:57:24.678" v="1109"/>
          <ac:spMkLst>
            <pc:docMk/>
            <pc:sldMk cId="0" sldId="258"/>
            <ac:spMk id="4" creationId="{B51445C0-B91D-F77F-9256-8540424FE591}"/>
          </ac:spMkLst>
        </pc:spChg>
        <pc:spChg chg="del mod">
          <ac:chgData name="Mr. Himmu" userId="b09b5b51d18eb658" providerId="LiveId" clId="{12635415-A27E-40A9-8B48-82A8CAB0BCFB}" dt="2026-09-21T10:51:40.376" v="316" actId="21"/>
          <ac:spMkLst>
            <pc:docMk/>
            <pc:sldMk cId="0" sldId="258"/>
            <ac:spMk id="6" creationId="{00000000-0000-0000-0000-000000000000}"/>
          </ac:spMkLst>
        </pc:spChg>
        <pc:spChg chg="add mod">
          <ac:chgData name="Mr. Himmu" userId="b09b5b51d18eb658" providerId="LiveId" clId="{12635415-A27E-40A9-8B48-82A8CAB0BCFB}" dt="2026-09-22T08:42:56.486" v="3478" actId="207"/>
          <ac:spMkLst>
            <pc:docMk/>
            <pc:sldMk cId="0" sldId="258"/>
            <ac:spMk id="6" creationId="{2C55514A-7942-2659-2715-597D9011F234}"/>
          </ac:spMkLst>
        </pc:spChg>
        <pc:spChg chg="del">
          <ac:chgData name="Mr. Himmu" userId="b09b5b51d18eb658" providerId="LiveId" clId="{12635415-A27E-40A9-8B48-82A8CAB0BCFB}" dt="2026-09-21T10:37:53.836" v="258" actId="21"/>
          <ac:spMkLst>
            <pc:docMk/>
            <pc:sldMk cId="0" sldId="258"/>
            <ac:spMk id="7" creationId="{00000000-0000-0000-0000-000000000000}"/>
          </ac:spMkLst>
        </pc:spChg>
        <pc:spChg chg="add mod">
          <ac:chgData name="Mr. Himmu" userId="b09b5b51d18eb658" providerId="LiveId" clId="{12635415-A27E-40A9-8B48-82A8CAB0BCFB}" dt="2026-09-22T07:41:05.491" v="2851"/>
          <ac:spMkLst>
            <pc:docMk/>
            <pc:sldMk cId="0" sldId="258"/>
            <ac:spMk id="7" creationId="{328F5E7B-E543-9D4C-F0D4-D44EB9096983}"/>
          </ac:spMkLst>
        </pc:spChg>
        <pc:spChg chg="mod ord">
          <ac:chgData name="Mr. Himmu" userId="b09b5b51d18eb658" providerId="LiveId" clId="{12635415-A27E-40A9-8B48-82A8CAB0BCFB}" dt="2026-09-22T06:05:05.446" v="1172" actId="167"/>
          <ac:spMkLst>
            <pc:docMk/>
            <pc:sldMk cId="0" sldId="258"/>
            <ac:spMk id="8" creationId="{EC445928-4F4D-6AD4-05C5-8AE215AA1DD1}"/>
          </ac:spMkLst>
        </pc:spChg>
        <pc:spChg chg="add mod">
          <ac:chgData name="Mr. Himmu" userId="b09b5b51d18eb658" providerId="LiveId" clId="{12635415-A27E-40A9-8B48-82A8CAB0BCFB}" dt="2026-09-21T10:35:44.399" v="237"/>
          <ac:spMkLst>
            <pc:docMk/>
            <pc:sldMk cId="0" sldId="258"/>
            <ac:spMk id="9" creationId="{89F425DC-2B68-A630-A725-4E699D961828}"/>
          </ac:spMkLst>
        </pc:spChg>
        <pc:spChg chg="add mod">
          <ac:chgData name="Mr. Himmu" userId="b09b5b51d18eb658" providerId="LiveId" clId="{12635415-A27E-40A9-8B48-82A8CAB0BCFB}" dt="2026-09-22T10:03:04.932" v="4694" actId="20577"/>
          <ac:spMkLst>
            <pc:docMk/>
            <pc:sldMk cId="0" sldId="258"/>
            <ac:spMk id="9" creationId="{ABDFE526-3F18-A68F-2EEB-1FB61176A561}"/>
          </ac:spMkLst>
        </pc:spChg>
        <pc:spChg chg="add mod">
          <ac:chgData name="Mr. Himmu" userId="b09b5b51d18eb658" providerId="LiveId" clId="{12635415-A27E-40A9-8B48-82A8CAB0BCFB}" dt="2026-09-22T06:11:35.924" v="2553"/>
          <ac:spMkLst>
            <pc:docMk/>
            <pc:sldMk cId="0" sldId="258"/>
            <ac:spMk id="10" creationId="{D2238A6C-2A42-F027-4A7A-F5E680566130}"/>
          </ac:spMkLst>
        </pc:spChg>
        <pc:spChg chg="add mod">
          <ac:chgData name="Mr. Himmu" userId="b09b5b51d18eb658" providerId="LiveId" clId="{12635415-A27E-40A9-8B48-82A8CAB0BCFB}" dt="2026-09-21T10:37:38.886" v="256"/>
          <ac:spMkLst>
            <pc:docMk/>
            <pc:sldMk cId="0" sldId="258"/>
            <ac:spMk id="11" creationId="{C3DFA1DD-9896-936B-BC31-A373D89EDF2A}"/>
          </ac:spMkLst>
        </pc:spChg>
        <pc:spChg chg="add mod">
          <ac:chgData name="Mr. Himmu" userId="b09b5b51d18eb658" providerId="LiveId" clId="{12635415-A27E-40A9-8B48-82A8CAB0BCFB}" dt="2026-09-21T10:37:38.886" v="256"/>
          <ac:spMkLst>
            <pc:docMk/>
            <pc:sldMk cId="0" sldId="258"/>
            <ac:spMk id="12" creationId="{CD6E84E5-5B9B-C6BD-88EE-46BBE8305C18}"/>
          </ac:spMkLst>
        </pc:spChg>
        <pc:spChg chg="add del mod">
          <ac:chgData name="Mr. Himmu" userId="b09b5b51d18eb658" providerId="LiveId" clId="{12635415-A27E-40A9-8B48-82A8CAB0BCFB}" dt="2026-09-22T05:58:50.520" v="1125" actId="21"/>
          <ac:spMkLst>
            <pc:docMk/>
            <pc:sldMk cId="0" sldId="258"/>
            <ac:spMk id="13" creationId="{03A20324-F79F-E5BC-2CAF-03EF7E42A57B}"/>
          </ac:spMkLst>
        </pc:spChg>
        <pc:spChg chg="add del mod">
          <ac:chgData name="Mr. Himmu" userId="b09b5b51d18eb658" providerId="LiveId" clId="{12635415-A27E-40A9-8B48-82A8CAB0BCFB}" dt="2026-09-21T10:57:45.028" v="321"/>
          <ac:spMkLst>
            <pc:docMk/>
            <pc:sldMk cId="0" sldId="258"/>
            <ac:spMk id="14" creationId="{5FB6ED9E-1078-F838-D8D2-DEC20F64023F}"/>
          </ac:spMkLst>
        </pc:spChg>
        <pc:picChg chg="mod">
          <ac:chgData name="Mr. Himmu" userId="b09b5b51d18eb658" providerId="LiveId" clId="{12635415-A27E-40A9-8B48-82A8CAB0BCFB}" dt="2026-09-22T08:07:32.157" v="3119" actId="1076"/>
          <ac:picMkLst>
            <pc:docMk/>
            <pc:sldMk cId="0" sldId="258"/>
            <ac:picMk id="5" creationId="{00000000-0000-0000-0000-000000000000}"/>
          </ac:picMkLst>
        </pc:picChg>
        <pc:picChg chg="add mod">
          <ac:chgData name="Mr. Himmu" userId="b09b5b51d18eb658" providerId="LiveId" clId="{12635415-A27E-40A9-8B48-82A8CAB0BCFB}" dt="2026-09-22T07:38:28.258" v="2729" actId="962"/>
          <ac:picMkLst>
            <pc:docMk/>
            <pc:sldMk cId="0" sldId="258"/>
            <ac:picMk id="1026" creationId="{0E1BC8B1-00D8-535F-9173-859733B0165E}"/>
          </ac:picMkLst>
        </pc:picChg>
      </pc:sldChg>
      <pc:sldChg chg="del">
        <pc:chgData name="Mr. Himmu" userId="b09b5b51d18eb658" providerId="LiveId" clId="{12635415-A27E-40A9-8B48-82A8CAB0BCFB}" dt="2026-09-09T09:08:40.239" v="74" actId="2696"/>
        <pc:sldMkLst>
          <pc:docMk/>
          <pc:sldMk cId="1287413142" sldId="258"/>
        </pc:sldMkLst>
      </pc:sldChg>
      <pc:sldChg chg="addSp modSp add del mod ord setBg modAnim">
        <pc:chgData name="Mr. Himmu" userId="b09b5b51d18eb658" providerId="LiveId" clId="{12635415-A27E-40A9-8B48-82A8CAB0BCFB}" dt="2026-09-22T15:37:12.006" v="5162" actId="115"/>
        <pc:sldMkLst>
          <pc:docMk/>
          <pc:sldMk cId="0" sldId="259"/>
        </pc:sldMkLst>
        <pc:spChg chg="mod">
          <ac:chgData name="Mr. Himmu" userId="b09b5b51d18eb658" providerId="LiveId" clId="{12635415-A27E-40A9-8B48-82A8CAB0BCFB}" dt="2026-09-22T09:10:02.224" v="3692"/>
          <ac:spMkLst>
            <pc:docMk/>
            <pc:sldMk cId="0" sldId="259"/>
            <ac:spMk id="2" creationId="{00000000-0000-0000-0000-000000000000}"/>
          </ac:spMkLst>
        </pc:spChg>
        <pc:spChg chg="mod">
          <ac:chgData name="Mr. Himmu" userId="b09b5b51d18eb658" providerId="LiveId" clId="{12635415-A27E-40A9-8B48-82A8CAB0BCFB}" dt="2026-09-22T09:10:02.224" v="3692"/>
          <ac:spMkLst>
            <pc:docMk/>
            <pc:sldMk cId="0" sldId="259"/>
            <ac:spMk id="3" creationId="{00000000-0000-0000-0000-000000000000}"/>
          </ac:spMkLst>
        </pc:spChg>
        <pc:spChg chg="mod">
          <ac:chgData name="Mr. Himmu" userId="b09b5b51d18eb658" providerId="LiveId" clId="{12635415-A27E-40A9-8B48-82A8CAB0BCFB}" dt="2026-09-22T15:37:12.006" v="5162" actId="115"/>
          <ac:spMkLst>
            <pc:docMk/>
            <pc:sldMk cId="0" sldId="259"/>
            <ac:spMk id="4" creationId="{00000000-0000-0000-0000-000000000000}"/>
          </ac:spMkLst>
        </pc:spChg>
        <pc:spChg chg="mod">
          <ac:chgData name="Mr. Himmu" userId="b09b5b51d18eb658" providerId="LiveId" clId="{12635415-A27E-40A9-8B48-82A8CAB0BCFB}" dt="2026-09-22T09:10:02.224" v="3692"/>
          <ac:spMkLst>
            <pc:docMk/>
            <pc:sldMk cId="0" sldId="259"/>
            <ac:spMk id="5" creationId="{00000000-0000-0000-0000-000000000000}"/>
          </ac:spMkLst>
        </pc:spChg>
        <pc:spChg chg="mod">
          <ac:chgData name="Mr. Himmu" userId="b09b5b51d18eb658" providerId="LiveId" clId="{12635415-A27E-40A9-8B48-82A8CAB0BCFB}" dt="2026-09-22T09:10:02.224" v="3692"/>
          <ac:spMkLst>
            <pc:docMk/>
            <pc:sldMk cId="0" sldId="259"/>
            <ac:spMk id="6" creationId="{00000000-0000-0000-0000-000000000000}"/>
          </ac:spMkLst>
        </pc:spChg>
        <pc:spChg chg="mod">
          <ac:chgData name="Mr. Himmu" userId="b09b5b51d18eb658" providerId="LiveId" clId="{12635415-A27E-40A9-8B48-82A8CAB0BCFB}" dt="2026-09-22T09:10:02.224" v="3692"/>
          <ac:spMkLst>
            <pc:docMk/>
            <pc:sldMk cId="0" sldId="259"/>
            <ac:spMk id="7" creationId="{00000000-0000-0000-0000-000000000000}"/>
          </ac:spMkLst>
        </pc:spChg>
        <pc:spChg chg="mod">
          <ac:chgData name="Mr. Himmu" userId="b09b5b51d18eb658" providerId="LiveId" clId="{12635415-A27E-40A9-8B48-82A8CAB0BCFB}" dt="2026-09-22T09:10:02.224" v="3692"/>
          <ac:spMkLst>
            <pc:docMk/>
            <pc:sldMk cId="0" sldId="259"/>
            <ac:spMk id="8" creationId="{00000000-0000-0000-0000-000000000000}"/>
          </ac:spMkLst>
        </pc:spChg>
        <pc:spChg chg="mod">
          <ac:chgData name="Mr. Himmu" userId="b09b5b51d18eb658" providerId="LiveId" clId="{12635415-A27E-40A9-8B48-82A8CAB0BCFB}" dt="2026-09-22T09:10:02.224" v="3692"/>
          <ac:spMkLst>
            <pc:docMk/>
            <pc:sldMk cId="0" sldId="259"/>
            <ac:spMk id="9" creationId="{00000000-0000-0000-0000-000000000000}"/>
          </ac:spMkLst>
        </pc:spChg>
        <pc:spChg chg="add mod">
          <ac:chgData name="Mr. Himmu" userId="b09b5b51d18eb658" providerId="LiveId" clId="{12635415-A27E-40A9-8B48-82A8CAB0BCFB}" dt="2026-09-22T10:01:47.897" v="4669" actId="20577"/>
          <ac:spMkLst>
            <pc:docMk/>
            <pc:sldMk cId="0" sldId="259"/>
            <ac:spMk id="11" creationId="{818BF2A5-5C71-E692-3A0A-ABBFBB1D36E9}"/>
          </ac:spMkLst>
        </pc:spChg>
        <pc:spChg chg="add mod">
          <ac:chgData name="Mr. Himmu" userId="b09b5b51d18eb658" providerId="LiveId" clId="{12635415-A27E-40A9-8B48-82A8CAB0BCFB}" dt="2026-09-22T14:18:45.567" v="5147"/>
          <ac:spMkLst>
            <pc:docMk/>
            <pc:sldMk cId="0" sldId="259"/>
            <ac:spMk id="12" creationId="{4648AE29-FEBC-A938-EE4A-008180B09BD4}"/>
          </ac:spMkLst>
        </pc:spChg>
      </pc:sldChg>
      <pc:sldChg chg="addSp delSp modSp del mod">
        <pc:chgData name="Mr. Himmu" userId="b09b5b51d18eb658" providerId="LiveId" clId="{12635415-A27E-40A9-8B48-82A8CAB0BCFB}" dt="2026-09-21T10:17:05.858" v="144" actId="2696"/>
        <pc:sldMkLst>
          <pc:docMk/>
          <pc:sldMk cId="401170782" sldId="259"/>
        </pc:sldMkLst>
        <pc:picChg chg="del mod">
          <ac:chgData name="Mr. Himmu" userId="b09b5b51d18eb658" providerId="LiveId" clId="{12635415-A27E-40A9-8B48-82A8CAB0BCFB}" dt="2026-09-21T10:15:38.098" v="139" actId="21"/>
          <ac:picMkLst>
            <pc:docMk/>
            <pc:sldMk cId="401170782" sldId="259"/>
            <ac:picMk id="5" creationId="{00000000-0000-0000-0000-000000000000}"/>
          </ac:picMkLst>
        </pc:picChg>
        <pc:picChg chg="add del mod">
          <ac:chgData name="Mr. Himmu" userId="b09b5b51d18eb658" providerId="LiveId" clId="{12635415-A27E-40A9-8B48-82A8CAB0BCFB}" dt="2026-09-21T10:15:18.361" v="135" actId="21"/>
          <ac:picMkLst>
            <pc:docMk/>
            <pc:sldMk cId="401170782" sldId="259"/>
            <ac:picMk id="1026" creationId="{0E1BC8B1-00D8-535F-9173-859733B0165E}"/>
          </ac:picMkLst>
        </pc:picChg>
      </pc:sldChg>
      <pc:sldChg chg="addSp delSp modSp mod modAnim">
        <pc:chgData name="Mr. Himmu" userId="b09b5b51d18eb658" providerId="LiveId" clId="{12635415-A27E-40A9-8B48-82A8CAB0BCFB}" dt="2026-09-22T14:19:16.607" v="5156"/>
        <pc:sldMkLst>
          <pc:docMk/>
          <pc:sldMk cId="0" sldId="260"/>
        </pc:sldMkLst>
        <pc:spChg chg="add mod">
          <ac:chgData name="Mr. Himmu" userId="b09b5b51d18eb658" providerId="LiveId" clId="{12635415-A27E-40A9-8B48-82A8CAB0BCFB}" dt="2026-09-22T10:03:18.315" v="4697" actId="403"/>
          <ac:spMkLst>
            <pc:docMk/>
            <pc:sldMk cId="0" sldId="260"/>
            <ac:spMk id="2" creationId="{06365237-624A-7DD4-477F-8B5EDB7BC8A5}"/>
          </ac:spMkLst>
        </pc:spChg>
        <pc:spChg chg="mod">
          <ac:chgData name="Mr. Himmu" userId="b09b5b51d18eb658" providerId="LiveId" clId="{12635415-A27E-40A9-8B48-82A8CAB0BCFB}" dt="2026-09-09T09:01:15.936" v="31" actId="1076"/>
          <ac:spMkLst>
            <pc:docMk/>
            <pc:sldMk cId="0" sldId="260"/>
            <ac:spMk id="4" creationId="{00000000-0000-0000-0000-000000000000}"/>
          </ac:spMkLst>
        </pc:spChg>
        <pc:spChg chg="add mod">
          <ac:chgData name="Mr. Himmu" userId="b09b5b51d18eb658" providerId="LiveId" clId="{12635415-A27E-40A9-8B48-82A8CAB0BCFB}" dt="2026-09-22T14:19:16.607" v="5156"/>
          <ac:spMkLst>
            <pc:docMk/>
            <pc:sldMk cId="0" sldId="260"/>
            <ac:spMk id="7" creationId="{8C4BA234-8847-90D5-0496-84AE9115D7BE}"/>
          </ac:spMkLst>
        </pc:spChg>
        <pc:spChg chg="mod">
          <ac:chgData name="Mr. Himmu" userId="b09b5b51d18eb658" providerId="LiveId" clId="{12635415-A27E-40A9-8B48-82A8CAB0BCFB}" dt="2026-09-09T09:01:25.343" v="32" actId="14100"/>
          <ac:spMkLst>
            <pc:docMk/>
            <pc:sldMk cId="0" sldId="260"/>
            <ac:spMk id="9" creationId="{00000000-0000-0000-0000-000000000000}"/>
          </ac:spMkLst>
        </pc:spChg>
        <pc:spChg chg="mod">
          <ac:chgData name="Mr. Himmu" userId="b09b5b51d18eb658" providerId="LiveId" clId="{12635415-A27E-40A9-8B48-82A8CAB0BCFB}" dt="2026-09-09T09:08:13.808" v="73" actId="1076"/>
          <ac:spMkLst>
            <pc:docMk/>
            <pc:sldMk cId="0" sldId="260"/>
            <ac:spMk id="10" creationId="{08BAFAF0-C568-1360-B70B-8A08E1AC09C2}"/>
          </ac:spMkLst>
        </pc:spChg>
        <pc:spChg chg="mod">
          <ac:chgData name="Mr. Himmu" userId="b09b5b51d18eb658" providerId="LiveId" clId="{12635415-A27E-40A9-8B48-82A8CAB0BCFB}" dt="2026-09-09T08:57:42.014" v="6" actId="2711"/>
          <ac:spMkLst>
            <pc:docMk/>
            <pc:sldMk cId="0" sldId="260"/>
            <ac:spMk id="12" creationId="{B3631F45-09AD-77E9-43E7-2FEF66784E98}"/>
          </ac:spMkLst>
        </pc:spChg>
        <pc:spChg chg="del mod">
          <ac:chgData name="Mr. Himmu" userId="b09b5b51d18eb658" providerId="LiveId" clId="{12635415-A27E-40A9-8B48-82A8CAB0BCFB}" dt="2026-09-09T08:56:25.218" v="1" actId="21"/>
          <ac:spMkLst>
            <pc:docMk/>
            <pc:sldMk cId="0" sldId="260"/>
            <ac:spMk id="13" creationId="{19F8C433-5FAF-EC40-53A7-54E9D87A3EC8}"/>
          </ac:spMkLst>
        </pc:spChg>
        <pc:spChg chg="del">
          <ac:chgData name="Mr. Himmu" userId="b09b5b51d18eb658" providerId="LiveId" clId="{12635415-A27E-40A9-8B48-82A8CAB0BCFB}" dt="2026-09-09T08:56:25.218" v="1" actId="21"/>
          <ac:spMkLst>
            <pc:docMk/>
            <pc:sldMk cId="0" sldId="260"/>
            <ac:spMk id="14" creationId="{0D92257F-0571-65F9-6C56-9E599071FDC0}"/>
          </ac:spMkLst>
        </pc:spChg>
        <pc:spChg chg="del">
          <ac:chgData name="Mr. Himmu" userId="b09b5b51d18eb658" providerId="LiveId" clId="{12635415-A27E-40A9-8B48-82A8CAB0BCFB}" dt="2026-09-09T08:56:25.218" v="1" actId="21"/>
          <ac:spMkLst>
            <pc:docMk/>
            <pc:sldMk cId="0" sldId="260"/>
            <ac:spMk id="15" creationId="{B0A177D7-F471-8C3E-9A79-53DA84DC8A93}"/>
          </ac:spMkLst>
        </pc:spChg>
        <pc:spChg chg="del">
          <ac:chgData name="Mr. Himmu" userId="b09b5b51d18eb658" providerId="LiveId" clId="{12635415-A27E-40A9-8B48-82A8CAB0BCFB}" dt="2026-09-09T08:56:25.218" v="1" actId="21"/>
          <ac:spMkLst>
            <pc:docMk/>
            <pc:sldMk cId="0" sldId="260"/>
            <ac:spMk id="16" creationId="{5D5C4950-BA27-B9C9-81B6-09C6F41D0E0A}"/>
          </ac:spMkLst>
        </pc:spChg>
        <pc:spChg chg="add mod">
          <ac:chgData name="Mr. Himmu" userId="b09b5b51d18eb658" providerId="LiveId" clId="{12635415-A27E-40A9-8B48-82A8CAB0BCFB}" dt="2026-09-22T09:56:40.609" v="4610" actId="1076"/>
          <ac:spMkLst>
            <pc:docMk/>
            <pc:sldMk cId="0" sldId="260"/>
            <ac:spMk id="17" creationId="{19F8C433-5FAF-EC40-53A7-54E9D87A3EC8}"/>
          </ac:spMkLst>
        </pc:spChg>
        <pc:spChg chg="add mod">
          <ac:chgData name="Mr. Himmu" userId="b09b5b51d18eb658" providerId="LiveId" clId="{12635415-A27E-40A9-8B48-82A8CAB0BCFB}" dt="2026-09-21T10:08:59.121" v="126" actId="1076"/>
          <ac:spMkLst>
            <pc:docMk/>
            <pc:sldMk cId="0" sldId="260"/>
            <ac:spMk id="18" creationId="{0D92257F-0571-65F9-6C56-9E599071FDC0}"/>
          </ac:spMkLst>
        </pc:spChg>
        <pc:spChg chg="add mod">
          <ac:chgData name="Mr. Himmu" userId="b09b5b51d18eb658" providerId="LiveId" clId="{12635415-A27E-40A9-8B48-82A8CAB0BCFB}" dt="2026-09-21T10:08:59.121" v="126" actId="1076"/>
          <ac:spMkLst>
            <pc:docMk/>
            <pc:sldMk cId="0" sldId="260"/>
            <ac:spMk id="19" creationId="{B0A177D7-F471-8C3E-9A79-53DA84DC8A93}"/>
          </ac:spMkLst>
        </pc:spChg>
        <pc:spChg chg="add mod">
          <ac:chgData name="Mr. Himmu" userId="b09b5b51d18eb658" providerId="LiveId" clId="{12635415-A27E-40A9-8B48-82A8CAB0BCFB}" dt="2026-09-21T10:08:59.121" v="126" actId="1076"/>
          <ac:spMkLst>
            <pc:docMk/>
            <pc:sldMk cId="0" sldId="260"/>
            <ac:spMk id="20" creationId="{5D5C4950-BA27-B9C9-81B6-09C6F41D0E0A}"/>
          </ac:spMkLst>
        </pc:spChg>
        <pc:spChg chg="add mod">
          <ac:chgData name="Mr. Himmu" userId="b09b5b51d18eb658" providerId="LiveId" clId="{12635415-A27E-40A9-8B48-82A8CAB0BCFB}" dt="2026-09-09T08:59:52.204" v="15"/>
          <ac:spMkLst>
            <pc:docMk/>
            <pc:sldMk cId="0" sldId="260"/>
            <ac:spMk id="21" creationId="{BC26741C-8482-A725-62E4-8F91855A2D13}"/>
          </ac:spMkLst>
        </pc:spChg>
        <pc:spChg chg="add mod">
          <ac:chgData name="Mr. Himmu" userId="b09b5b51d18eb658" providerId="LiveId" clId="{12635415-A27E-40A9-8B48-82A8CAB0BCFB}" dt="2026-09-09T08:59:52.204" v="15"/>
          <ac:spMkLst>
            <pc:docMk/>
            <pc:sldMk cId="0" sldId="260"/>
            <ac:spMk id="22" creationId="{AEF20E17-8A69-88F6-D38F-8F4BBBC12B16}"/>
          </ac:spMkLst>
        </pc:spChg>
        <pc:spChg chg="add mod">
          <ac:chgData name="Mr. Himmu" userId="b09b5b51d18eb658" providerId="LiveId" clId="{12635415-A27E-40A9-8B48-82A8CAB0BCFB}" dt="2026-09-09T08:59:52.204" v="15"/>
          <ac:spMkLst>
            <pc:docMk/>
            <pc:sldMk cId="0" sldId="260"/>
            <ac:spMk id="23" creationId="{9D263262-27E9-8E05-9C29-0279A0DA7102}"/>
          </ac:spMkLst>
        </pc:spChg>
        <pc:spChg chg="add mod">
          <ac:chgData name="Mr. Himmu" userId="b09b5b51d18eb658" providerId="LiveId" clId="{12635415-A27E-40A9-8B48-82A8CAB0BCFB}" dt="2026-09-09T09:00:08.067" v="23" actId="1076"/>
          <ac:spMkLst>
            <pc:docMk/>
            <pc:sldMk cId="0" sldId="260"/>
            <ac:spMk id="24" creationId="{DB398915-95A5-D2E1-729C-1EB7EF750504}"/>
          </ac:spMkLst>
        </pc:spChg>
        <pc:spChg chg="add mod">
          <ac:chgData name="Mr. Himmu" userId="b09b5b51d18eb658" providerId="LiveId" clId="{12635415-A27E-40A9-8B48-82A8CAB0BCFB}" dt="2026-09-09T08:59:52.204" v="15"/>
          <ac:spMkLst>
            <pc:docMk/>
            <pc:sldMk cId="0" sldId="260"/>
            <ac:spMk id="25" creationId="{9B17B304-6B5B-5CCF-80B6-1048B98CC375}"/>
          </ac:spMkLst>
        </pc:spChg>
        <pc:spChg chg="add del mod">
          <ac:chgData name="Mr. Himmu" userId="b09b5b51d18eb658" providerId="LiveId" clId="{12635415-A27E-40A9-8B48-82A8CAB0BCFB}" dt="2026-09-09T09:05:09.954" v="50" actId="21"/>
          <ac:spMkLst>
            <pc:docMk/>
            <pc:sldMk cId="0" sldId="260"/>
            <ac:spMk id="26" creationId="{AD3B6352-AC85-0802-C082-7C24BC33C6D5}"/>
          </ac:spMkLst>
        </pc:spChg>
        <pc:spChg chg="add del mod">
          <ac:chgData name="Mr. Himmu" userId="b09b5b51d18eb658" providerId="LiveId" clId="{12635415-A27E-40A9-8B48-82A8CAB0BCFB}" dt="2026-09-09T09:05:09.954" v="50" actId="21"/>
          <ac:spMkLst>
            <pc:docMk/>
            <pc:sldMk cId="0" sldId="260"/>
            <ac:spMk id="27" creationId="{5136D122-C4DC-9F98-ADD1-2364E8DA60D4}"/>
          </ac:spMkLst>
        </pc:spChg>
        <pc:spChg chg="add mod">
          <ac:chgData name="Mr. Himmu" userId="b09b5b51d18eb658" providerId="LiveId" clId="{12635415-A27E-40A9-8B48-82A8CAB0BCFB}" dt="2026-09-09T09:00:37.810" v="25" actId="1076"/>
          <ac:spMkLst>
            <pc:docMk/>
            <pc:sldMk cId="0" sldId="260"/>
            <ac:spMk id="28" creationId="{B9AE35EC-4BE5-E365-5F61-2F76624B900F}"/>
          </ac:spMkLst>
        </pc:spChg>
        <pc:spChg chg="add del mod">
          <ac:chgData name="Mr. Himmu" userId="b09b5b51d18eb658" providerId="LiveId" clId="{12635415-A27E-40A9-8B48-82A8CAB0BCFB}" dt="2026-09-09T09:07:23.045" v="71" actId="21"/>
          <ac:spMkLst>
            <pc:docMk/>
            <pc:sldMk cId="0" sldId="260"/>
            <ac:spMk id="29" creationId="{8177900A-BB3F-DF70-AEBB-9C1ACBE614BA}"/>
          </ac:spMkLst>
        </pc:spChg>
        <pc:spChg chg="add del mod">
          <ac:chgData name="Mr. Himmu" userId="b09b5b51d18eb658" providerId="LiveId" clId="{12635415-A27E-40A9-8B48-82A8CAB0BCFB}" dt="2026-09-09T09:05:09.954" v="50" actId="21"/>
          <ac:spMkLst>
            <pc:docMk/>
            <pc:sldMk cId="0" sldId="260"/>
            <ac:spMk id="30" creationId="{E8C30648-FC45-7E73-FB58-7A547E3F6E64}"/>
          </ac:spMkLst>
        </pc:spChg>
        <pc:spChg chg="add mod">
          <ac:chgData name="Mr. Himmu" userId="b09b5b51d18eb658" providerId="LiveId" clId="{12635415-A27E-40A9-8B48-82A8CAB0BCFB}" dt="2026-09-09T09:07:10.617" v="70" actId="17032"/>
          <ac:spMkLst>
            <pc:docMk/>
            <pc:sldMk cId="0" sldId="260"/>
            <ac:spMk id="32" creationId="{5719A5AD-6264-0E88-B0F0-92E3DCB55488}"/>
          </ac:spMkLst>
        </pc:spChg>
        <pc:spChg chg="add mod">
          <ac:chgData name="Mr. Himmu" userId="b09b5b51d18eb658" providerId="LiveId" clId="{12635415-A27E-40A9-8B48-82A8CAB0BCFB}" dt="2026-09-09T09:05:31.529" v="52" actId="1076"/>
          <ac:spMkLst>
            <pc:docMk/>
            <pc:sldMk cId="0" sldId="260"/>
            <ac:spMk id="33" creationId="{04B0532B-8E6A-212C-6075-99A6D9B7FB00}"/>
          </ac:spMkLst>
        </pc:spChg>
        <pc:picChg chg="add mod ord">
          <ac:chgData name="Mr. Himmu" userId="b09b5b51d18eb658" providerId="LiveId" clId="{12635415-A27E-40A9-8B48-82A8CAB0BCFB}" dt="2026-09-22T09:56:59.929" v="4613" actId="1076"/>
          <ac:picMkLst>
            <pc:docMk/>
            <pc:sldMk cId="0" sldId="260"/>
            <ac:picMk id="3" creationId="{9D10107F-E44F-DA9E-614A-2367A8C8EC5E}"/>
          </ac:picMkLst>
        </pc:picChg>
        <pc:picChg chg="mod ord">
          <ac:chgData name="Mr. Himmu" userId="b09b5b51d18eb658" providerId="LiveId" clId="{12635415-A27E-40A9-8B48-82A8CAB0BCFB}" dt="2026-09-22T09:56:32.522" v="4609" actId="167"/>
          <ac:picMkLst>
            <pc:docMk/>
            <pc:sldMk cId="0" sldId="260"/>
            <ac:picMk id="8" creationId="{9F4057AC-2125-5FA0-D8C2-1EF88D1B31DC}"/>
          </ac:picMkLst>
        </pc:picChg>
      </pc:sldChg>
      <pc:sldChg chg="delSp add del mod setBg">
        <pc:chgData name="Mr. Himmu" userId="b09b5b51d18eb658" providerId="LiveId" clId="{12635415-A27E-40A9-8B48-82A8CAB0BCFB}" dt="2026-09-22T08:43:38.341" v="3480" actId="2696"/>
        <pc:sldMkLst>
          <pc:docMk/>
          <pc:sldMk cId="0" sldId="261"/>
        </pc:sldMkLst>
        <pc:spChg chg="del">
          <ac:chgData name="Mr. Himmu" userId="b09b5b51d18eb658" providerId="LiveId" clId="{12635415-A27E-40A9-8B48-82A8CAB0BCFB}" dt="2026-09-22T08:15:53.588" v="3172" actId="21"/>
          <ac:spMkLst>
            <pc:docMk/>
            <pc:sldMk cId="0" sldId="261"/>
            <ac:spMk id="2" creationId="{00000000-0000-0000-0000-000000000000}"/>
          </ac:spMkLst>
        </pc:spChg>
        <pc:spChg chg="del">
          <ac:chgData name="Mr. Himmu" userId="b09b5b51d18eb658" providerId="LiveId" clId="{12635415-A27E-40A9-8B48-82A8CAB0BCFB}" dt="2026-09-22T08:15:53.588" v="3172" actId="21"/>
          <ac:spMkLst>
            <pc:docMk/>
            <pc:sldMk cId="0" sldId="261"/>
            <ac:spMk id="3" creationId="{00000000-0000-0000-0000-000000000000}"/>
          </ac:spMkLst>
        </pc:spChg>
        <pc:spChg chg="del">
          <ac:chgData name="Mr. Himmu" userId="b09b5b51d18eb658" providerId="LiveId" clId="{12635415-A27E-40A9-8B48-82A8CAB0BCFB}" dt="2026-09-22T08:15:53.588" v="3172" actId="21"/>
          <ac:spMkLst>
            <pc:docMk/>
            <pc:sldMk cId="0" sldId="261"/>
            <ac:spMk id="4" creationId="{00000000-0000-0000-0000-000000000000}"/>
          </ac:spMkLst>
        </pc:spChg>
        <pc:spChg chg="del">
          <ac:chgData name="Mr. Himmu" userId="b09b5b51d18eb658" providerId="LiveId" clId="{12635415-A27E-40A9-8B48-82A8CAB0BCFB}" dt="2026-09-22T08:15:53.588" v="3172" actId="21"/>
          <ac:spMkLst>
            <pc:docMk/>
            <pc:sldMk cId="0" sldId="261"/>
            <ac:spMk id="5" creationId="{00000000-0000-0000-0000-000000000000}"/>
          </ac:spMkLst>
        </pc:spChg>
        <pc:spChg chg="del">
          <ac:chgData name="Mr. Himmu" userId="b09b5b51d18eb658" providerId="LiveId" clId="{12635415-A27E-40A9-8B48-82A8CAB0BCFB}" dt="2026-09-22T08:15:53.588" v="3172" actId="21"/>
          <ac:spMkLst>
            <pc:docMk/>
            <pc:sldMk cId="0" sldId="261"/>
            <ac:spMk id="6" creationId="{00000000-0000-0000-0000-000000000000}"/>
          </ac:spMkLst>
        </pc:spChg>
        <pc:spChg chg="del">
          <ac:chgData name="Mr. Himmu" userId="b09b5b51d18eb658" providerId="LiveId" clId="{12635415-A27E-40A9-8B48-82A8CAB0BCFB}" dt="2026-09-22T08:15:53.588" v="3172" actId="21"/>
          <ac:spMkLst>
            <pc:docMk/>
            <pc:sldMk cId="0" sldId="261"/>
            <ac:spMk id="7" creationId="{00000000-0000-0000-0000-000000000000}"/>
          </ac:spMkLst>
        </pc:spChg>
        <pc:spChg chg="del">
          <ac:chgData name="Mr. Himmu" userId="b09b5b51d18eb658" providerId="LiveId" clId="{12635415-A27E-40A9-8B48-82A8CAB0BCFB}" dt="2026-09-22T08:15:53.588" v="3172" actId="21"/>
          <ac:spMkLst>
            <pc:docMk/>
            <pc:sldMk cId="0" sldId="261"/>
            <ac:spMk id="8" creationId="{00000000-0000-0000-0000-000000000000}"/>
          </ac:spMkLst>
        </pc:spChg>
        <pc:spChg chg="del">
          <ac:chgData name="Mr. Himmu" userId="b09b5b51d18eb658" providerId="LiveId" clId="{12635415-A27E-40A9-8B48-82A8CAB0BCFB}" dt="2026-09-22T08:15:53.588" v="3172" actId="21"/>
          <ac:spMkLst>
            <pc:docMk/>
            <pc:sldMk cId="0" sldId="261"/>
            <ac:spMk id="9" creationId="{00000000-0000-0000-0000-000000000000}"/>
          </ac:spMkLst>
        </pc:spChg>
        <pc:spChg chg="del">
          <ac:chgData name="Mr. Himmu" userId="b09b5b51d18eb658" providerId="LiveId" clId="{12635415-A27E-40A9-8B48-82A8CAB0BCFB}" dt="2026-09-22T08:15:53.588" v="3172" actId="21"/>
          <ac:spMkLst>
            <pc:docMk/>
            <pc:sldMk cId="0" sldId="261"/>
            <ac:spMk id="10" creationId="{00000000-0000-0000-0000-000000000000}"/>
          </ac:spMkLst>
        </pc:spChg>
        <pc:spChg chg="del">
          <ac:chgData name="Mr. Himmu" userId="b09b5b51d18eb658" providerId="LiveId" clId="{12635415-A27E-40A9-8B48-82A8CAB0BCFB}" dt="2026-09-22T08:15:53.588" v="3172" actId="21"/>
          <ac:spMkLst>
            <pc:docMk/>
            <pc:sldMk cId="0" sldId="261"/>
            <ac:spMk id="11" creationId="{00000000-0000-0000-0000-000000000000}"/>
          </ac:spMkLst>
        </pc:spChg>
        <pc:spChg chg="del">
          <ac:chgData name="Mr. Himmu" userId="b09b5b51d18eb658" providerId="LiveId" clId="{12635415-A27E-40A9-8B48-82A8CAB0BCFB}" dt="2026-09-22T08:15:53.588" v="3172" actId="21"/>
          <ac:spMkLst>
            <pc:docMk/>
            <pc:sldMk cId="0" sldId="261"/>
            <ac:spMk id="12" creationId="{00000000-0000-0000-0000-000000000000}"/>
          </ac:spMkLst>
        </pc:spChg>
        <pc:spChg chg="del">
          <ac:chgData name="Mr. Himmu" userId="b09b5b51d18eb658" providerId="LiveId" clId="{12635415-A27E-40A9-8B48-82A8CAB0BCFB}" dt="2026-09-22T08:15:53.588" v="3172" actId="21"/>
          <ac:spMkLst>
            <pc:docMk/>
            <pc:sldMk cId="0" sldId="261"/>
            <ac:spMk id="13" creationId="{00000000-0000-0000-0000-000000000000}"/>
          </ac:spMkLst>
        </pc:spChg>
      </pc:sldChg>
      <pc:sldChg chg="addSp modSp new del">
        <pc:chgData name="Mr. Himmu" userId="b09b5b51d18eb658" providerId="LiveId" clId="{12635415-A27E-40A9-8B48-82A8CAB0BCFB}" dt="2026-09-09T09:13:22.223" v="79" actId="2696"/>
        <pc:sldMkLst>
          <pc:docMk/>
          <pc:sldMk cId="3248728221" sldId="261"/>
        </pc:sldMkLst>
        <pc:spChg chg="add mod">
          <ac:chgData name="Mr. Himmu" userId="b09b5b51d18eb658" providerId="LiveId" clId="{12635415-A27E-40A9-8B48-82A8CAB0BCFB}" dt="2026-09-09T09:10:08.568" v="76"/>
          <ac:spMkLst>
            <pc:docMk/>
            <pc:sldMk cId="3248728221" sldId="261"/>
            <ac:spMk id="4" creationId="{00000000-0000-0000-0000-000000000000}"/>
          </ac:spMkLst>
        </pc:spChg>
        <pc:spChg chg="add mod">
          <ac:chgData name="Mr. Himmu" userId="b09b5b51d18eb658" providerId="LiveId" clId="{12635415-A27E-40A9-8B48-82A8CAB0BCFB}" dt="2026-09-09T09:10:08.568" v="76"/>
          <ac:spMkLst>
            <pc:docMk/>
            <pc:sldMk cId="3248728221" sldId="261"/>
            <ac:spMk id="5" creationId="{00000000-0000-0000-0000-000000000000}"/>
          </ac:spMkLst>
        </pc:spChg>
        <pc:spChg chg="add mod">
          <ac:chgData name="Mr. Himmu" userId="b09b5b51d18eb658" providerId="LiveId" clId="{12635415-A27E-40A9-8B48-82A8CAB0BCFB}" dt="2026-09-09T09:10:08.568" v="76"/>
          <ac:spMkLst>
            <pc:docMk/>
            <pc:sldMk cId="3248728221" sldId="261"/>
            <ac:spMk id="6" creationId="{00000000-0000-0000-0000-000000000000}"/>
          </ac:spMkLst>
        </pc:spChg>
        <pc:spChg chg="add mod">
          <ac:chgData name="Mr. Himmu" userId="b09b5b51d18eb658" providerId="LiveId" clId="{12635415-A27E-40A9-8B48-82A8CAB0BCFB}" dt="2026-09-09T09:10:08.568" v="76"/>
          <ac:spMkLst>
            <pc:docMk/>
            <pc:sldMk cId="3248728221" sldId="261"/>
            <ac:spMk id="7" creationId="{00000000-0000-0000-0000-000000000000}"/>
          </ac:spMkLst>
        </pc:spChg>
        <pc:spChg chg="add mod">
          <ac:chgData name="Mr. Himmu" userId="b09b5b51d18eb658" providerId="LiveId" clId="{12635415-A27E-40A9-8B48-82A8CAB0BCFB}" dt="2026-09-09T09:10:08.568" v="76"/>
          <ac:spMkLst>
            <pc:docMk/>
            <pc:sldMk cId="3248728221" sldId="261"/>
            <ac:spMk id="8" creationId="{00000000-0000-0000-0000-000000000000}"/>
          </ac:spMkLst>
        </pc:spChg>
        <pc:spChg chg="add mod">
          <ac:chgData name="Mr. Himmu" userId="b09b5b51d18eb658" providerId="LiveId" clId="{12635415-A27E-40A9-8B48-82A8CAB0BCFB}" dt="2026-09-09T09:10:08.568" v="76"/>
          <ac:spMkLst>
            <pc:docMk/>
            <pc:sldMk cId="3248728221" sldId="261"/>
            <ac:spMk id="9" creationId="{00000000-0000-0000-0000-000000000000}"/>
          </ac:spMkLst>
        </pc:spChg>
        <pc:spChg chg="add mod">
          <ac:chgData name="Mr. Himmu" userId="b09b5b51d18eb658" providerId="LiveId" clId="{12635415-A27E-40A9-8B48-82A8CAB0BCFB}" dt="2026-09-09T09:10:08.568" v="76"/>
          <ac:spMkLst>
            <pc:docMk/>
            <pc:sldMk cId="3248728221" sldId="261"/>
            <ac:spMk id="10" creationId="{00000000-0000-0000-0000-000000000000}"/>
          </ac:spMkLst>
        </pc:spChg>
        <pc:spChg chg="add mod">
          <ac:chgData name="Mr. Himmu" userId="b09b5b51d18eb658" providerId="LiveId" clId="{12635415-A27E-40A9-8B48-82A8CAB0BCFB}" dt="2026-09-09T09:10:08.568" v="76"/>
          <ac:spMkLst>
            <pc:docMk/>
            <pc:sldMk cId="3248728221" sldId="261"/>
            <ac:spMk id="11" creationId="{00000000-0000-0000-0000-000000000000}"/>
          </ac:spMkLst>
        </pc:spChg>
        <pc:spChg chg="add mod">
          <ac:chgData name="Mr. Himmu" userId="b09b5b51d18eb658" providerId="LiveId" clId="{12635415-A27E-40A9-8B48-82A8CAB0BCFB}" dt="2026-09-09T09:10:08.568" v="76"/>
          <ac:spMkLst>
            <pc:docMk/>
            <pc:sldMk cId="3248728221" sldId="261"/>
            <ac:spMk id="12" creationId="{00000000-0000-0000-0000-000000000000}"/>
          </ac:spMkLst>
        </pc:spChg>
        <pc:spChg chg="add mod">
          <ac:chgData name="Mr. Himmu" userId="b09b5b51d18eb658" providerId="LiveId" clId="{12635415-A27E-40A9-8B48-82A8CAB0BCFB}" dt="2026-09-09T09:10:08.568" v="76"/>
          <ac:spMkLst>
            <pc:docMk/>
            <pc:sldMk cId="3248728221" sldId="261"/>
            <ac:spMk id="13" creationId="{00000000-0000-0000-0000-000000000000}"/>
          </ac:spMkLst>
        </pc:spChg>
        <pc:spChg chg="add mod">
          <ac:chgData name="Mr. Himmu" userId="b09b5b51d18eb658" providerId="LiveId" clId="{12635415-A27E-40A9-8B48-82A8CAB0BCFB}" dt="2026-09-09T09:10:08.568" v="76"/>
          <ac:spMkLst>
            <pc:docMk/>
            <pc:sldMk cId="3248728221" sldId="261"/>
            <ac:spMk id="14" creationId="{00000000-0000-0000-0000-000000000000}"/>
          </ac:spMkLst>
        </pc:spChg>
        <pc:spChg chg="add mod">
          <ac:chgData name="Mr. Himmu" userId="b09b5b51d18eb658" providerId="LiveId" clId="{12635415-A27E-40A9-8B48-82A8CAB0BCFB}" dt="2026-09-09T09:10:08.568" v="76"/>
          <ac:spMkLst>
            <pc:docMk/>
            <pc:sldMk cId="3248728221" sldId="261"/>
            <ac:spMk id="15" creationId="{00000000-0000-0000-0000-000000000000}"/>
          </ac:spMkLst>
        </pc:spChg>
        <pc:spChg chg="add mod">
          <ac:chgData name="Mr. Himmu" userId="b09b5b51d18eb658" providerId="LiveId" clId="{12635415-A27E-40A9-8B48-82A8CAB0BCFB}" dt="2026-09-09T09:10:08.568" v="76"/>
          <ac:spMkLst>
            <pc:docMk/>
            <pc:sldMk cId="3248728221" sldId="261"/>
            <ac:spMk id="16" creationId="{00000000-0000-0000-0000-000000000000}"/>
          </ac:spMkLst>
        </pc:spChg>
        <pc:spChg chg="add mod">
          <ac:chgData name="Mr. Himmu" userId="b09b5b51d18eb658" providerId="LiveId" clId="{12635415-A27E-40A9-8B48-82A8CAB0BCFB}" dt="2026-09-09T09:10:08.568" v="76"/>
          <ac:spMkLst>
            <pc:docMk/>
            <pc:sldMk cId="3248728221" sldId="261"/>
            <ac:spMk id="17" creationId="{00000000-0000-0000-0000-000000000000}"/>
          </ac:spMkLst>
        </pc:spChg>
        <pc:spChg chg="add mod">
          <ac:chgData name="Mr. Himmu" userId="b09b5b51d18eb658" providerId="LiveId" clId="{12635415-A27E-40A9-8B48-82A8CAB0BCFB}" dt="2026-09-09T09:10:08.568" v="76"/>
          <ac:spMkLst>
            <pc:docMk/>
            <pc:sldMk cId="3248728221" sldId="261"/>
            <ac:spMk id="18" creationId="{00000000-0000-0000-0000-000000000000}"/>
          </ac:spMkLst>
        </pc:spChg>
        <pc:spChg chg="add mod">
          <ac:chgData name="Mr. Himmu" userId="b09b5b51d18eb658" providerId="LiveId" clId="{12635415-A27E-40A9-8B48-82A8CAB0BCFB}" dt="2026-09-09T09:10:08.568" v="76"/>
          <ac:spMkLst>
            <pc:docMk/>
            <pc:sldMk cId="3248728221" sldId="261"/>
            <ac:spMk id="19" creationId="{00000000-0000-0000-0000-000000000000}"/>
          </ac:spMkLst>
        </pc:spChg>
        <pc:spChg chg="add mod">
          <ac:chgData name="Mr. Himmu" userId="b09b5b51d18eb658" providerId="LiveId" clId="{12635415-A27E-40A9-8B48-82A8CAB0BCFB}" dt="2026-09-09T09:10:08.568" v="76"/>
          <ac:spMkLst>
            <pc:docMk/>
            <pc:sldMk cId="3248728221" sldId="261"/>
            <ac:spMk id="20" creationId="{00000000-0000-0000-0000-000000000000}"/>
          </ac:spMkLst>
        </pc:spChg>
        <pc:spChg chg="add mod">
          <ac:chgData name="Mr. Himmu" userId="b09b5b51d18eb658" providerId="LiveId" clId="{12635415-A27E-40A9-8B48-82A8CAB0BCFB}" dt="2026-09-09T09:10:08.568" v="76"/>
          <ac:spMkLst>
            <pc:docMk/>
            <pc:sldMk cId="3248728221" sldId="261"/>
            <ac:spMk id="21" creationId="{00000000-0000-0000-0000-000000000000}"/>
          </ac:spMkLst>
        </pc:spChg>
        <pc:spChg chg="add mod">
          <ac:chgData name="Mr. Himmu" userId="b09b5b51d18eb658" providerId="LiveId" clId="{12635415-A27E-40A9-8B48-82A8CAB0BCFB}" dt="2026-09-09T09:10:08.568" v="76"/>
          <ac:spMkLst>
            <pc:docMk/>
            <pc:sldMk cId="3248728221" sldId="261"/>
            <ac:spMk id="22" creationId="{00000000-0000-0000-0000-000000000000}"/>
          </ac:spMkLst>
        </pc:spChg>
        <pc:spChg chg="add mod">
          <ac:chgData name="Mr. Himmu" userId="b09b5b51d18eb658" providerId="LiveId" clId="{12635415-A27E-40A9-8B48-82A8CAB0BCFB}" dt="2026-09-09T09:10:08.568" v="76"/>
          <ac:spMkLst>
            <pc:docMk/>
            <pc:sldMk cId="3248728221" sldId="261"/>
            <ac:spMk id="23" creationId="{00000000-0000-0000-0000-000000000000}"/>
          </ac:spMkLst>
        </pc:spChg>
        <pc:spChg chg="add mod">
          <ac:chgData name="Mr. Himmu" userId="b09b5b51d18eb658" providerId="LiveId" clId="{12635415-A27E-40A9-8B48-82A8CAB0BCFB}" dt="2026-09-09T09:10:08.568" v="76"/>
          <ac:spMkLst>
            <pc:docMk/>
            <pc:sldMk cId="3248728221" sldId="261"/>
            <ac:spMk id="24" creationId="{00000000-0000-0000-0000-000000000000}"/>
          </ac:spMkLst>
        </pc:spChg>
        <pc:spChg chg="add mod">
          <ac:chgData name="Mr. Himmu" userId="b09b5b51d18eb658" providerId="LiveId" clId="{12635415-A27E-40A9-8B48-82A8CAB0BCFB}" dt="2026-09-09T09:10:08.568" v="76"/>
          <ac:spMkLst>
            <pc:docMk/>
            <pc:sldMk cId="3248728221" sldId="261"/>
            <ac:spMk id="25" creationId="{00000000-0000-0000-0000-000000000000}"/>
          </ac:spMkLst>
        </pc:spChg>
        <pc:spChg chg="add mod">
          <ac:chgData name="Mr. Himmu" userId="b09b5b51d18eb658" providerId="LiveId" clId="{12635415-A27E-40A9-8B48-82A8CAB0BCFB}" dt="2026-09-09T09:10:08.568" v="76"/>
          <ac:spMkLst>
            <pc:docMk/>
            <pc:sldMk cId="3248728221" sldId="261"/>
            <ac:spMk id="26" creationId="{00000000-0000-0000-0000-000000000000}"/>
          </ac:spMkLst>
        </pc:spChg>
        <pc:spChg chg="add mod">
          <ac:chgData name="Mr. Himmu" userId="b09b5b51d18eb658" providerId="LiveId" clId="{12635415-A27E-40A9-8B48-82A8CAB0BCFB}" dt="2026-09-09T09:10:08.568" v="76"/>
          <ac:spMkLst>
            <pc:docMk/>
            <pc:sldMk cId="3248728221" sldId="261"/>
            <ac:spMk id="27" creationId="{00000000-0000-0000-0000-000000000000}"/>
          </ac:spMkLst>
        </pc:spChg>
        <pc:spChg chg="add mod">
          <ac:chgData name="Mr. Himmu" userId="b09b5b51d18eb658" providerId="LiveId" clId="{12635415-A27E-40A9-8B48-82A8CAB0BCFB}" dt="2026-09-09T09:10:08.568" v="76"/>
          <ac:spMkLst>
            <pc:docMk/>
            <pc:sldMk cId="3248728221" sldId="261"/>
            <ac:spMk id="28" creationId="{00000000-0000-0000-0000-000000000000}"/>
          </ac:spMkLst>
        </pc:spChg>
        <pc:spChg chg="add mod">
          <ac:chgData name="Mr. Himmu" userId="b09b5b51d18eb658" providerId="LiveId" clId="{12635415-A27E-40A9-8B48-82A8CAB0BCFB}" dt="2026-09-09T09:10:08.568" v="76"/>
          <ac:spMkLst>
            <pc:docMk/>
            <pc:sldMk cId="3248728221" sldId="261"/>
            <ac:spMk id="29" creationId="{00000000-0000-0000-0000-000000000000}"/>
          </ac:spMkLst>
        </pc:spChg>
        <pc:spChg chg="add mod">
          <ac:chgData name="Mr. Himmu" userId="b09b5b51d18eb658" providerId="LiveId" clId="{12635415-A27E-40A9-8B48-82A8CAB0BCFB}" dt="2026-09-09T09:10:08.568" v="76"/>
          <ac:spMkLst>
            <pc:docMk/>
            <pc:sldMk cId="3248728221" sldId="261"/>
            <ac:spMk id="30" creationId="{00000000-0000-0000-0000-000000000000}"/>
          </ac:spMkLst>
        </pc:spChg>
        <pc:spChg chg="add mod">
          <ac:chgData name="Mr. Himmu" userId="b09b5b51d18eb658" providerId="LiveId" clId="{12635415-A27E-40A9-8B48-82A8CAB0BCFB}" dt="2026-09-09T09:10:08.568" v="76"/>
          <ac:spMkLst>
            <pc:docMk/>
            <pc:sldMk cId="3248728221" sldId="261"/>
            <ac:spMk id="31" creationId="{00000000-0000-0000-0000-000000000000}"/>
          </ac:spMkLst>
        </pc:spChg>
        <pc:spChg chg="add mod">
          <ac:chgData name="Mr. Himmu" userId="b09b5b51d18eb658" providerId="LiveId" clId="{12635415-A27E-40A9-8B48-82A8CAB0BCFB}" dt="2026-09-09T09:10:08.568" v="76"/>
          <ac:spMkLst>
            <pc:docMk/>
            <pc:sldMk cId="3248728221" sldId="261"/>
            <ac:spMk id="32" creationId="{00000000-0000-0000-0000-000000000000}"/>
          </ac:spMkLst>
        </pc:spChg>
      </pc:sldChg>
      <pc:sldChg chg="new del">
        <pc:chgData name="Mr. Himmu" userId="b09b5b51d18eb658" providerId="LiveId" clId="{12635415-A27E-40A9-8B48-82A8CAB0BCFB}" dt="2026-09-09T09:13:31.278" v="80" actId="2696"/>
        <pc:sldMkLst>
          <pc:docMk/>
          <pc:sldMk cId="3384799922" sldId="262"/>
        </pc:sldMkLst>
      </pc:sldChg>
      <pc:sldChg chg="addSp delSp modSp new del mod">
        <pc:chgData name="Mr. Himmu" userId="b09b5b51d18eb658" providerId="LiveId" clId="{12635415-A27E-40A9-8B48-82A8CAB0BCFB}" dt="2026-09-22T08:43:36.100" v="3479" actId="2696"/>
        <pc:sldMkLst>
          <pc:docMk/>
          <pc:sldMk cId="2083463769" sldId="263"/>
        </pc:sldMkLst>
        <pc:spChg chg="add del mod">
          <ac:chgData name="Mr. Himmu" userId="b09b5b51d18eb658" providerId="LiveId" clId="{12635415-A27E-40A9-8B48-82A8CAB0BCFB}" dt="2026-09-21T10:10:57.309" v="131" actId="21"/>
          <ac:spMkLst>
            <pc:docMk/>
            <pc:sldMk cId="2083463769" sldId="263"/>
            <ac:spMk id="2" creationId="{00000000-0000-0000-0000-000000000000}"/>
          </ac:spMkLst>
        </pc:spChg>
        <pc:spChg chg="add del mod">
          <ac:chgData name="Mr. Himmu" userId="b09b5b51d18eb658" providerId="LiveId" clId="{12635415-A27E-40A9-8B48-82A8CAB0BCFB}" dt="2026-09-21T10:10:57.309" v="131" actId="21"/>
          <ac:spMkLst>
            <pc:docMk/>
            <pc:sldMk cId="2083463769" sldId="263"/>
            <ac:spMk id="3" creationId="{00000000-0000-0000-0000-000000000000}"/>
          </ac:spMkLst>
        </pc:spChg>
        <pc:spChg chg="add del mod">
          <ac:chgData name="Mr. Himmu" userId="b09b5b51d18eb658" providerId="LiveId" clId="{12635415-A27E-40A9-8B48-82A8CAB0BCFB}" dt="2026-09-21T10:10:57.309" v="131" actId="21"/>
          <ac:spMkLst>
            <pc:docMk/>
            <pc:sldMk cId="2083463769" sldId="263"/>
            <ac:spMk id="4" creationId="{00000000-0000-0000-0000-000000000000}"/>
          </ac:spMkLst>
        </pc:spChg>
        <pc:spChg chg="add del mod">
          <ac:chgData name="Mr. Himmu" userId="b09b5b51d18eb658" providerId="LiveId" clId="{12635415-A27E-40A9-8B48-82A8CAB0BCFB}" dt="2026-09-21T10:10:57.309" v="131" actId="21"/>
          <ac:spMkLst>
            <pc:docMk/>
            <pc:sldMk cId="2083463769" sldId="263"/>
            <ac:spMk id="5" creationId="{00000000-0000-0000-0000-000000000000}"/>
          </ac:spMkLst>
        </pc:spChg>
        <pc:spChg chg="add del mod">
          <ac:chgData name="Mr. Himmu" userId="b09b5b51d18eb658" providerId="LiveId" clId="{12635415-A27E-40A9-8B48-82A8CAB0BCFB}" dt="2026-09-21T10:10:57.309" v="131" actId="21"/>
          <ac:spMkLst>
            <pc:docMk/>
            <pc:sldMk cId="2083463769" sldId="263"/>
            <ac:spMk id="6" creationId="{00000000-0000-0000-0000-000000000000}"/>
          </ac:spMkLst>
        </pc:spChg>
        <pc:spChg chg="add del mod">
          <ac:chgData name="Mr. Himmu" userId="b09b5b51d18eb658" providerId="LiveId" clId="{12635415-A27E-40A9-8B48-82A8CAB0BCFB}" dt="2026-09-21T10:10:57.309" v="131" actId="21"/>
          <ac:spMkLst>
            <pc:docMk/>
            <pc:sldMk cId="2083463769" sldId="263"/>
            <ac:spMk id="7" creationId="{00000000-0000-0000-0000-000000000000}"/>
          </ac:spMkLst>
        </pc:spChg>
        <pc:spChg chg="add del mod">
          <ac:chgData name="Mr. Himmu" userId="b09b5b51d18eb658" providerId="LiveId" clId="{12635415-A27E-40A9-8B48-82A8CAB0BCFB}" dt="2026-09-21T10:10:57.309" v="131" actId="21"/>
          <ac:spMkLst>
            <pc:docMk/>
            <pc:sldMk cId="2083463769" sldId="263"/>
            <ac:spMk id="8" creationId="{00000000-0000-0000-0000-000000000000}"/>
          </ac:spMkLst>
        </pc:spChg>
        <pc:spChg chg="add del mod">
          <ac:chgData name="Mr. Himmu" userId="b09b5b51d18eb658" providerId="LiveId" clId="{12635415-A27E-40A9-8B48-82A8CAB0BCFB}" dt="2026-09-21T10:10:57.309" v="131" actId="21"/>
          <ac:spMkLst>
            <pc:docMk/>
            <pc:sldMk cId="2083463769" sldId="263"/>
            <ac:spMk id="9" creationId="{00000000-0000-0000-0000-000000000000}"/>
          </ac:spMkLst>
        </pc:spChg>
        <pc:spChg chg="add del mod">
          <ac:chgData name="Mr. Himmu" userId="b09b5b51d18eb658" providerId="LiveId" clId="{12635415-A27E-40A9-8B48-82A8CAB0BCFB}" dt="2026-09-21T10:10:57.309" v="131" actId="21"/>
          <ac:spMkLst>
            <pc:docMk/>
            <pc:sldMk cId="2083463769" sldId="263"/>
            <ac:spMk id="10" creationId="{00000000-0000-0000-0000-000000000000}"/>
          </ac:spMkLst>
        </pc:spChg>
        <pc:spChg chg="add del mod">
          <ac:chgData name="Mr. Himmu" userId="b09b5b51d18eb658" providerId="LiveId" clId="{12635415-A27E-40A9-8B48-82A8CAB0BCFB}" dt="2026-09-21T10:10:57.309" v="131" actId="21"/>
          <ac:spMkLst>
            <pc:docMk/>
            <pc:sldMk cId="2083463769" sldId="263"/>
            <ac:spMk id="11" creationId="{00000000-0000-0000-0000-000000000000}"/>
          </ac:spMkLst>
        </pc:spChg>
        <pc:spChg chg="add del mod">
          <ac:chgData name="Mr. Himmu" userId="b09b5b51d18eb658" providerId="LiveId" clId="{12635415-A27E-40A9-8B48-82A8CAB0BCFB}" dt="2026-09-21T10:10:57.309" v="131" actId="21"/>
          <ac:spMkLst>
            <pc:docMk/>
            <pc:sldMk cId="2083463769" sldId="263"/>
            <ac:spMk id="12" creationId="{00000000-0000-0000-0000-000000000000}"/>
          </ac:spMkLst>
        </pc:spChg>
        <pc:spChg chg="add del mod">
          <ac:chgData name="Mr. Himmu" userId="b09b5b51d18eb658" providerId="LiveId" clId="{12635415-A27E-40A9-8B48-82A8CAB0BCFB}" dt="2026-09-21T10:10:57.309" v="131" actId="21"/>
          <ac:spMkLst>
            <pc:docMk/>
            <pc:sldMk cId="2083463769" sldId="263"/>
            <ac:spMk id="13" creationId="{00000000-0000-0000-0000-000000000000}"/>
          </ac:spMkLst>
        </pc:spChg>
        <pc:spChg chg="add del mod">
          <ac:chgData name="Mr. Himmu" userId="b09b5b51d18eb658" providerId="LiveId" clId="{12635415-A27E-40A9-8B48-82A8CAB0BCFB}" dt="2026-09-21T10:10:57.309" v="131" actId="21"/>
          <ac:spMkLst>
            <pc:docMk/>
            <pc:sldMk cId="2083463769" sldId="263"/>
            <ac:spMk id="14" creationId="{00000000-0000-0000-0000-000000000000}"/>
          </ac:spMkLst>
        </pc:spChg>
        <pc:spChg chg="add del mod">
          <ac:chgData name="Mr. Himmu" userId="b09b5b51d18eb658" providerId="LiveId" clId="{12635415-A27E-40A9-8B48-82A8CAB0BCFB}" dt="2026-09-21T10:10:57.309" v="131" actId="21"/>
          <ac:spMkLst>
            <pc:docMk/>
            <pc:sldMk cId="2083463769" sldId="263"/>
            <ac:spMk id="15" creationId="{00000000-0000-0000-0000-000000000000}"/>
          </ac:spMkLst>
        </pc:spChg>
        <pc:spChg chg="add del mod">
          <ac:chgData name="Mr. Himmu" userId="b09b5b51d18eb658" providerId="LiveId" clId="{12635415-A27E-40A9-8B48-82A8CAB0BCFB}" dt="2026-09-21T10:10:57.309" v="131" actId="21"/>
          <ac:spMkLst>
            <pc:docMk/>
            <pc:sldMk cId="2083463769" sldId="263"/>
            <ac:spMk id="16" creationId="{00000000-0000-0000-0000-000000000000}"/>
          </ac:spMkLst>
        </pc:spChg>
        <pc:spChg chg="add del mod">
          <ac:chgData name="Mr. Himmu" userId="b09b5b51d18eb658" providerId="LiveId" clId="{12635415-A27E-40A9-8B48-82A8CAB0BCFB}" dt="2026-09-21T10:10:57.309" v="131" actId="21"/>
          <ac:spMkLst>
            <pc:docMk/>
            <pc:sldMk cId="2083463769" sldId="263"/>
            <ac:spMk id="17" creationId="{00000000-0000-0000-0000-000000000000}"/>
          </ac:spMkLst>
        </pc:spChg>
        <pc:spChg chg="add del mod">
          <ac:chgData name="Mr. Himmu" userId="b09b5b51d18eb658" providerId="LiveId" clId="{12635415-A27E-40A9-8B48-82A8CAB0BCFB}" dt="2026-09-21T10:10:57.309" v="131" actId="21"/>
          <ac:spMkLst>
            <pc:docMk/>
            <pc:sldMk cId="2083463769" sldId="263"/>
            <ac:spMk id="18" creationId="{00000000-0000-0000-0000-000000000000}"/>
          </ac:spMkLst>
        </pc:spChg>
        <pc:spChg chg="add del mod">
          <ac:chgData name="Mr. Himmu" userId="b09b5b51d18eb658" providerId="LiveId" clId="{12635415-A27E-40A9-8B48-82A8CAB0BCFB}" dt="2026-09-21T10:10:57.309" v="131" actId="21"/>
          <ac:spMkLst>
            <pc:docMk/>
            <pc:sldMk cId="2083463769" sldId="263"/>
            <ac:spMk id="19" creationId="{00000000-0000-0000-0000-000000000000}"/>
          </ac:spMkLst>
        </pc:spChg>
        <pc:spChg chg="add del mod">
          <ac:chgData name="Mr. Himmu" userId="b09b5b51d18eb658" providerId="LiveId" clId="{12635415-A27E-40A9-8B48-82A8CAB0BCFB}" dt="2026-09-21T10:10:57.309" v="131" actId="21"/>
          <ac:spMkLst>
            <pc:docMk/>
            <pc:sldMk cId="2083463769" sldId="263"/>
            <ac:spMk id="20" creationId="{00000000-0000-0000-0000-000000000000}"/>
          </ac:spMkLst>
        </pc:spChg>
        <pc:spChg chg="add del mod">
          <ac:chgData name="Mr. Himmu" userId="b09b5b51d18eb658" providerId="LiveId" clId="{12635415-A27E-40A9-8B48-82A8CAB0BCFB}" dt="2026-09-21T10:10:57.309" v="131" actId="21"/>
          <ac:spMkLst>
            <pc:docMk/>
            <pc:sldMk cId="2083463769" sldId="263"/>
            <ac:spMk id="21" creationId="{00000000-0000-0000-0000-000000000000}"/>
          </ac:spMkLst>
        </pc:spChg>
        <pc:spChg chg="add del mod">
          <ac:chgData name="Mr. Himmu" userId="b09b5b51d18eb658" providerId="LiveId" clId="{12635415-A27E-40A9-8B48-82A8CAB0BCFB}" dt="2026-09-21T10:10:57.309" v="131" actId="21"/>
          <ac:spMkLst>
            <pc:docMk/>
            <pc:sldMk cId="2083463769" sldId="263"/>
            <ac:spMk id="22" creationId="{00000000-0000-0000-0000-000000000000}"/>
          </ac:spMkLst>
        </pc:spChg>
        <pc:spChg chg="add del mod">
          <ac:chgData name="Mr. Himmu" userId="b09b5b51d18eb658" providerId="LiveId" clId="{12635415-A27E-40A9-8B48-82A8CAB0BCFB}" dt="2026-09-21T10:10:57.309" v="131" actId="21"/>
          <ac:spMkLst>
            <pc:docMk/>
            <pc:sldMk cId="2083463769" sldId="263"/>
            <ac:spMk id="23" creationId="{00000000-0000-0000-0000-000000000000}"/>
          </ac:spMkLst>
        </pc:spChg>
        <pc:spChg chg="add del mod">
          <ac:chgData name="Mr. Himmu" userId="b09b5b51d18eb658" providerId="LiveId" clId="{12635415-A27E-40A9-8B48-82A8CAB0BCFB}" dt="2026-09-21T10:10:57.309" v="131" actId="21"/>
          <ac:spMkLst>
            <pc:docMk/>
            <pc:sldMk cId="2083463769" sldId="263"/>
            <ac:spMk id="24" creationId="{00000000-0000-0000-0000-000000000000}"/>
          </ac:spMkLst>
        </pc:spChg>
        <pc:spChg chg="add del mod">
          <ac:chgData name="Mr. Himmu" userId="b09b5b51d18eb658" providerId="LiveId" clId="{12635415-A27E-40A9-8B48-82A8CAB0BCFB}" dt="2026-09-21T10:10:57.309" v="131" actId="21"/>
          <ac:spMkLst>
            <pc:docMk/>
            <pc:sldMk cId="2083463769" sldId="263"/>
            <ac:spMk id="25" creationId="{00000000-0000-0000-0000-000000000000}"/>
          </ac:spMkLst>
        </pc:spChg>
        <pc:spChg chg="add del mod">
          <ac:chgData name="Mr. Himmu" userId="b09b5b51d18eb658" providerId="LiveId" clId="{12635415-A27E-40A9-8B48-82A8CAB0BCFB}" dt="2026-09-21T10:10:57.309" v="131" actId="21"/>
          <ac:spMkLst>
            <pc:docMk/>
            <pc:sldMk cId="2083463769" sldId="263"/>
            <ac:spMk id="26" creationId="{00000000-0000-0000-0000-000000000000}"/>
          </ac:spMkLst>
        </pc:spChg>
        <pc:spChg chg="add del mod">
          <ac:chgData name="Mr. Himmu" userId="b09b5b51d18eb658" providerId="LiveId" clId="{12635415-A27E-40A9-8B48-82A8CAB0BCFB}" dt="2026-09-21T10:10:57.309" v="131" actId="21"/>
          <ac:spMkLst>
            <pc:docMk/>
            <pc:sldMk cId="2083463769" sldId="263"/>
            <ac:spMk id="27" creationId="{00000000-0000-0000-0000-000000000000}"/>
          </ac:spMkLst>
        </pc:spChg>
        <pc:spChg chg="add del mod">
          <ac:chgData name="Mr. Himmu" userId="b09b5b51d18eb658" providerId="LiveId" clId="{12635415-A27E-40A9-8B48-82A8CAB0BCFB}" dt="2026-09-21T10:10:57.309" v="131" actId="21"/>
          <ac:spMkLst>
            <pc:docMk/>
            <pc:sldMk cId="2083463769" sldId="263"/>
            <ac:spMk id="28" creationId="{00000000-0000-0000-0000-000000000000}"/>
          </ac:spMkLst>
        </pc:spChg>
        <pc:spChg chg="add del mod">
          <ac:chgData name="Mr. Himmu" userId="b09b5b51d18eb658" providerId="LiveId" clId="{12635415-A27E-40A9-8B48-82A8CAB0BCFB}" dt="2026-09-21T10:10:57.309" v="131" actId="21"/>
          <ac:spMkLst>
            <pc:docMk/>
            <pc:sldMk cId="2083463769" sldId="263"/>
            <ac:spMk id="29" creationId="{00000000-0000-0000-0000-000000000000}"/>
          </ac:spMkLst>
        </pc:spChg>
        <pc:spChg chg="add del mod">
          <ac:chgData name="Mr. Himmu" userId="b09b5b51d18eb658" providerId="LiveId" clId="{12635415-A27E-40A9-8B48-82A8CAB0BCFB}" dt="2026-09-21T10:10:57.309" v="131" actId="21"/>
          <ac:spMkLst>
            <pc:docMk/>
            <pc:sldMk cId="2083463769" sldId="263"/>
            <ac:spMk id="30" creationId="{00000000-0000-0000-0000-000000000000}"/>
          </ac:spMkLst>
        </pc:spChg>
        <pc:picChg chg="add mod">
          <ac:chgData name="Mr. Himmu" userId="b09b5b51d18eb658" providerId="LiveId" clId="{12635415-A27E-40A9-8B48-82A8CAB0BCFB}" dt="2026-09-09T09:16:48.506" v="103" actId="1076"/>
          <ac:picMkLst>
            <pc:docMk/>
            <pc:sldMk cId="2083463769" sldId="263"/>
            <ac:picMk id="1026" creationId="{DD919A42-5BC2-A064-7368-4AE2AC769FE7}"/>
          </ac:picMkLst>
        </pc:picChg>
      </pc:sldChg>
      <pc:sldChg chg="addSp delSp modSp add mod ord modTransition modAnim">
        <pc:chgData name="Mr. Himmu" userId="b09b5b51d18eb658" providerId="LiveId" clId="{12635415-A27E-40A9-8B48-82A8CAB0BCFB}" dt="2026-09-22T14:18:59.325" v="5150"/>
        <pc:sldMkLst>
          <pc:docMk/>
          <pc:sldMk cId="0" sldId="264"/>
        </pc:sldMkLst>
        <pc:spChg chg="add mod">
          <ac:chgData name="Mr. Himmu" userId="b09b5b51d18eb658" providerId="LiveId" clId="{12635415-A27E-40A9-8B48-82A8CAB0BCFB}" dt="2026-09-22T08:42:17.151" v="3477"/>
          <ac:spMkLst>
            <pc:docMk/>
            <pc:sldMk cId="0" sldId="264"/>
            <ac:spMk id="2" creationId="{09EA556A-C500-EC9D-EE11-21BD05123F10}"/>
          </ac:spMkLst>
        </pc:spChg>
        <pc:spChg chg="add del mod">
          <ac:chgData name="Mr. Himmu" userId="b09b5b51d18eb658" providerId="LiveId" clId="{12635415-A27E-40A9-8B48-82A8CAB0BCFB}" dt="2026-09-21T10:26:38.873" v="191" actId="21"/>
          <ac:spMkLst>
            <pc:docMk/>
            <pc:sldMk cId="0" sldId="264"/>
            <ac:spMk id="3" creationId="{64E11F03-154B-95BB-D049-E9BFD59C0C29}"/>
          </ac:spMkLst>
        </pc:spChg>
        <pc:spChg chg="add mod">
          <ac:chgData name="Mr. Himmu" userId="b09b5b51d18eb658" providerId="LiveId" clId="{12635415-A27E-40A9-8B48-82A8CAB0BCFB}" dt="2026-09-22T14:18:59.325" v="5150"/>
          <ac:spMkLst>
            <pc:docMk/>
            <pc:sldMk cId="0" sldId="264"/>
            <ac:spMk id="3" creationId="{95E52963-0F7D-5B2F-0826-D9E378296D71}"/>
          </ac:spMkLst>
        </pc:spChg>
        <pc:spChg chg="add del mod">
          <ac:chgData name="Mr. Himmu" userId="b09b5b51d18eb658" providerId="LiveId" clId="{12635415-A27E-40A9-8B48-82A8CAB0BCFB}" dt="2026-09-22T07:36:19.346" v="2592" actId="21"/>
          <ac:spMkLst>
            <pc:docMk/>
            <pc:sldMk cId="0" sldId="264"/>
            <ac:spMk id="4" creationId="{F573BF7D-3FC7-5600-C18C-0F65B2F51B3C}"/>
          </ac:spMkLst>
        </pc:spChg>
        <pc:spChg chg="add del mod">
          <ac:chgData name="Mr. Himmu" userId="b09b5b51d18eb658" providerId="LiveId" clId="{12635415-A27E-40A9-8B48-82A8CAB0BCFB}" dt="2026-09-22T07:36:17.983" v="2591" actId="21"/>
          <ac:spMkLst>
            <pc:docMk/>
            <pc:sldMk cId="0" sldId="264"/>
            <ac:spMk id="5" creationId="{DEA41A73-0181-6A8C-25D6-663010A5835B}"/>
          </ac:spMkLst>
        </pc:spChg>
        <pc:spChg chg="add del mod">
          <ac:chgData name="Mr. Himmu" userId="b09b5b51d18eb658" providerId="LiveId" clId="{12635415-A27E-40A9-8B48-82A8CAB0BCFB}" dt="2026-09-22T07:36:11.578" v="2589" actId="21"/>
          <ac:spMkLst>
            <pc:docMk/>
            <pc:sldMk cId="0" sldId="264"/>
            <ac:spMk id="6" creationId="{E11517F9-12DF-9238-D48D-84A8A0CFFD5D}"/>
          </ac:spMkLst>
        </pc:spChg>
        <pc:spChg chg="add del mod">
          <ac:chgData name="Mr. Himmu" userId="b09b5b51d18eb658" providerId="LiveId" clId="{12635415-A27E-40A9-8B48-82A8CAB0BCFB}" dt="2026-09-22T07:36:16.188" v="2590" actId="21"/>
          <ac:spMkLst>
            <pc:docMk/>
            <pc:sldMk cId="0" sldId="264"/>
            <ac:spMk id="7" creationId="{77EA615C-B912-14C4-860B-0D40D4A1D248}"/>
          </ac:spMkLst>
        </pc:spChg>
        <pc:spChg chg="add mod">
          <ac:chgData name="Mr. Himmu" userId="b09b5b51d18eb658" providerId="LiveId" clId="{12635415-A27E-40A9-8B48-82A8CAB0BCFB}" dt="2026-09-22T08:42:17.151" v="3477"/>
          <ac:spMkLst>
            <pc:docMk/>
            <pc:sldMk cId="0" sldId="264"/>
            <ac:spMk id="8" creationId="{84266AA3-0FD8-B767-1802-B3EEACE85CAF}"/>
          </ac:spMkLst>
        </pc:spChg>
        <pc:spChg chg="add del mod">
          <ac:chgData name="Mr. Himmu" userId="b09b5b51d18eb658" providerId="LiveId" clId="{12635415-A27E-40A9-8B48-82A8CAB0BCFB}" dt="2026-09-21T10:35:38.723" v="236" actId="21"/>
          <ac:spMkLst>
            <pc:docMk/>
            <pc:sldMk cId="0" sldId="264"/>
            <ac:spMk id="8" creationId="{89F425DC-2B68-A630-A725-4E699D961828}"/>
          </ac:spMkLst>
        </pc:spChg>
        <pc:spChg chg="add mod">
          <ac:chgData name="Mr. Himmu" userId="b09b5b51d18eb658" providerId="LiveId" clId="{12635415-A27E-40A9-8B48-82A8CAB0BCFB}" dt="2026-09-22T08:42:17.151" v="3477"/>
          <ac:spMkLst>
            <pc:docMk/>
            <pc:sldMk cId="0" sldId="264"/>
            <ac:spMk id="10" creationId="{32307C66-CFCD-A9AF-48C5-894B88EC5BD7}"/>
          </ac:spMkLst>
        </pc:spChg>
        <pc:spChg chg="add del mod">
          <ac:chgData name="Mr. Himmu" userId="b09b5b51d18eb658" providerId="LiveId" clId="{12635415-A27E-40A9-8B48-82A8CAB0BCFB}" dt="2026-09-22T08:10:21.279" v="3134"/>
          <ac:spMkLst>
            <pc:docMk/>
            <pc:sldMk cId="0" sldId="264"/>
            <ac:spMk id="11" creationId="{65DC746C-B36E-91A4-68E1-7960D2F94C42}"/>
          </ac:spMkLst>
        </pc:spChg>
        <pc:spChg chg="add mod">
          <ac:chgData name="Mr. Himmu" userId="b09b5b51d18eb658" providerId="LiveId" clId="{12635415-A27E-40A9-8B48-82A8CAB0BCFB}" dt="2026-09-22T10:03:00.775" v="4692" actId="20577"/>
          <ac:spMkLst>
            <pc:docMk/>
            <pc:sldMk cId="0" sldId="264"/>
            <ac:spMk id="12" creationId="{B40D0037-46AB-35BD-45F9-82B4F803DC85}"/>
          </ac:spMkLst>
        </pc:spChg>
        <pc:spChg chg="add mod">
          <ac:chgData name="Mr. Himmu" userId="b09b5b51d18eb658" providerId="LiveId" clId="{12635415-A27E-40A9-8B48-82A8CAB0BCFB}" dt="2026-09-22T08:27:54.060" v="3311" actId="20577"/>
          <ac:spMkLst>
            <pc:docMk/>
            <pc:sldMk cId="0" sldId="264"/>
            <ac:spMk id="13" creationId="{A30DF9BA-53B3-F76D-6105-3DCCE00FF16C}"/>
          </ac:spMkLst>
        </pc:spChg>
        <pc:spChg chg="add mod">
          <ac:chgData name="Mr. Himmu" userId="b09b5b51d18eb658" providerId="LiveId" clId="{12635415-A27E-40A9-8B48-82A8CAB0BCFB}" dt="2026-09-22T08:42:17.151" v="3477"/>
          <ac:spMkLst>
            <pc:docMk/>
            <pc:sldMk cId="0" sldId="264"/>
            <ac:spMk id="14" creationId="{583470C2-45C1-CDE7-3C23-180F4376F450}"/>
          </ac:spMkLst>
        </pc:spChg>
        <pc:spChg chg="add mod">
          <ac:chgData name="Mr. Himmu" userId="b09b5b51d18eb658" providerId="LiveId" clId="{12635415-A27E-40A9-8B48-82A8CAB0BCFB}" dt="2026-09-22T08:42:17.151" v="3477"/>
          <ac:spMkLst>
            <pc:docMk/>
            <pc:sldMk cId="0" sldId="264"/>
            <ac:spMk id="15" creationId="{1E097DD4-F7D9-C02B-4367-23F617D84AE5}"/>
          </ac:spMkLst>
        </pc:spChg>
        <pc:spChg chg="add mod">
          <ac:chgData name="Mr. Himmu" userId="b09b5b51d18eb658" providerId="LiveId" clId="{12635415-A27E-40A9-8B48-82A8CAB0BCFB}" dt="2026-09-22T08:42:17.151" v="3477"/>
          <ac:spMkLst>
            <pc:docMk/>
            <pc:sldMk cId="0" sldId="264"/>
            <ac:spMk id="16" creationId="{6FE6AC96-24BD-0375-9C35-30549116DE8A}"/>
          </ac:spMkLst>
        </pc:spChg>
        <pc:spChg chg="add del mod">
          <ac:chgData name="Mr. Himmu" userId="b09b5b51d18eb658" providerId="LiveId" clId="{12635415-A27E-40A9-8B48-82A8CAB0BCFB}" dt="2026-09-22T08:42:17.151" v="3477"/>
          <ac:spMkLst>
            <pc:docMk/>
            <pc:sldMk cId="0" sldId="264"/>
            <ac:spMk id="31" creationId="{566B8B51-9DD2-236C-C3C6-2C5C8E157933}"/>
          </ac:spMkLst>
        </pc:spChg>
        <pc:spChg chg="mod">
          <ac:chgData name="Mr. Himmu" userId="b09b5b51d18eb658" providerId="LiveId" clId="{12635415-A27E-40A9-8B48-82A8CAB0BCFB}" dt="2026-09-22T08:42:17.151" v="3477"/>
          <ac:spMkLst>
            <pc:docMk/>
            <pc:sldMk cId="0" sldId="264"/>
            <ac:spMk id="32" creationId="{DC0FA756-4365-9631-76BB-DA949C1C1603}"/>
          </ac:spMkLst>
        </pc:spChg>
        <pc:spChg chg="mod">
          <ac:chgData name="Mr. Himmu" userId="b09b5b51d18eb658" providerId="LiveId" clId="{12635415-A27E-40A9-8B48-82A8CAB0BCFB}" dt="2026-09-22T08:42:17.151" v="3477"/>
          <ac:spMkLst>
            <pc:docMk/>
            <pc:sldMk cId="0" sldId="264"/>
            <ac:spMk id="33" creationId="{ED55AD92-7C72-6C3D-2097-A2135186AC13}"/>
          </ac:spMkLst>
        </pc:spChg>
        <pc:spChg chg="mod">
          <ac:chgData name="Mr. Himmu" userId="b09b5b51d18eb658" providerId="LiveId" clId="{12635415-A27E-40A9-8B48-82A8CAB0BCFB}" dt="2026-09-22T08:42:17.151" v="3477"/>
          <ac:spMkLst>
            <pc:docMk/>
            <pc:sldMk cId="0" sldId="264"/>
            <ac:spMk id="34" creationId="{52FEE923-FC6F-EB4D-C88F-42D911538662}"/>
          </ac:spMkLst>
        </pc:spChg>
        <pc:spChg chg="mod">
          <ac:chgData name="Mr. Himmu" userId="b09b5b51d18eb658" providerId="LiveId" clId="{12635415-A27E-40A9-8B48-82A8CAB0BCFB}" dt="2026-09-22T08:42:17.151" v="3477"/>
          <ac:spMkLst>
            <pc:docMk/>
            <pc:sldMk cId="0" sldId="264"/>
            <ac:spMk id="35" creationId="{78C984A6-7A3F-B698-86B8-6C2911B83B26}"/>
          </ac:spMkLst>
        </pc:spChg>
        <pc:spChg chg="mod ord">
          <ac:chgData name="Mr. Himmu" userId="b09b5b51d18eb658" providerId="LiveId" clId="{12635415-A27E-40A9-8B48-82A8CAB0BCFB}" dt="2026-09-22T08:42:17.151" v="3477"/>
          <ac:spMkLst>
            <pc:docMk/>
            <pc:sldMk cId="0" sldId="264"/>
            <ac:spMk id="36" creationId="{76924F73-5CBD-E082-3C48-62FF221570BF}"/>
          </ac:spMkLst>
        </pc:spChg>
        <pc:spChg chg="del mod">
          <ac:chgData name="Mr. Himmu" userId="b09b5b51d18eb658" providerId="LiveId" clId="{12635415-A27E-40A9-8B48-82A8CAB0BCFB}" dt="2026-09-22T08:07:02.291" v="3118" actId="21"/>
          <ac:spMkLst>
            <pc:docMk/>
            <pc:sldMk cId="0" sldId="264"/>
            <ac:spMk id="37" creationId="{B45DC00C-9F1D-8764-937C-C44BC1A3F4A4}"/>
          </ac:spMkLst>
        </pc:spChg>
        <pc:spChg chg="del mod">
          <ac:chgData name="Mr. Himmu" userId="b09b5b51d18eb658" providerId="LiveId" clId="{12635415-A27E-40A9-8B48-82A8CAB0BCFB}" dt="2026-09-22T08:07:02.291" v="3118" actId="21"/>
          <ac:spMkLst>
            <pc:docMk/>
            <pc:sldMk cId="0" sldId="264"/>
            <ac:spMk id="38" creationId="{CC3E58D1-37AA-BF28-474F-C6586FCA493C}"/>
          </ac:spMkLst>
        </pc:spChg>
        <pc:spChg chg="mod">
          <ac:chgData name="Mr. Himmu" userId="b09b5b51d18eb658" providerId="LiveId" clId="{12635415-A27E-40A9-8B48-82A8CAB0BCFB}" dt="2026-09-22T08:42:17.151" v="3477"/>
          <ac:spMkLst>
            <pc:docMk/>
            <pc:sldMk cId="0" sldId="264"/>
            <ac:spMk id="39" creationId="{B032B45B-6595-0C84-120F-CD39D66CDA22}"/>
          </ac:spMkLst>
        </pc:spChg>
        <pc:spChg chg="del mod">
          <ac:chgData name="Mr. Himmu" userId="b09b5b51d18eb658" providerId="LiveId" clId="{12635415-A27E-40A9-8B48-82A8CAB0BCFB}" dt="2026-09-22T08:30:07.606" v="3322" actId="21"/>
          <ac:spMkLst>
            <pc:docMk/>
            <pc:sldMk cId="0" sldId="264"/>
            <ac:spMk id="40" creationId="{B2386E8C-A6CA-859C-1294-5C86940E1333}"/>
          </ac:spMkLst>
        </pc:spChg>
        <pc:spChg chg="mod">
          <ac:chgData name="Mr. Himmu" userId="b09b5b51d18eb658" providerId="LiveId" clId="{12635415-A27E-40A9-8B48-82A8CAB0BCFB}" dt="2026-09-22T08:42:17.151" v="3477"/>
          <ac:spMkLst>
            <pc:docMk/>
            <pc:sldMk cId="0" sldId="264"/>
            <ac:spMk id="41" creationId="{8BF88A91-25D0-DC65-7CE2-A6AEF5538479}"/>
          </ac:spMkLst>
        </pc:spChg>
        <pc:spChg chg="mod">
          <ac:chgData name="Mr. Himmu" userId="b09b5b51d18eb658" providerId="LiveId" clId="{12635415-A27E-40A9-8B48-82A8CAB0BCFB}" dt="2026-09-22T08:42:17.151" v="3477"/>
          <ac:spMkLst>
            <pc:docMk/>
            <pc:sldMk cId="0" sldId="264"/>
            <ac:spMk id="42" creationId="{7A937830-1AFC-DBCA-C546-F3DCD25EAAA5}"/>
          </ac:spMkLst>
        </pc:spChg>
        <pc:spChg chg="add del mod">
          <ac:chgData name="Mr. Himmu" userId="b09b5b51d18eb658" providerId="LiveId" clId="{12635415-A27E-40A9-8B48-82A8CAB0BCFB}" dt="2026-09-22T08:42:17.151" v="3477"/>
          <ac:spMkLst>
            <pc:docMk/>
            <pc:sldMk cId="0" sldId="264"/>
            <ac:spMk id="43" creationId="{083C7BFE-2FF3-FCDD-B288-8C320E80CB4C}"/>
          </ac:spMkLst>
        </pc:spChg>
        <pc:spChg chg="add del mod">
          <ac:chgData name="Mr. Himmu" userId="b09b5b51d18eb658" providerId="LiveId" clId="{12635415-A27E-40A9-8B48-82A8CAB0BCFB}" dt="2026-09-22T08:42:17.151" v="3477"/>
          <ac:spMkLst>
            <pc:docMk/>
            <pc:sldMk cId="0" sldId="264"/>
            <ac:spMk id="44" creationId="{60D7A3D7-B591-E767-6E9E-3CD7C641F75B}"/>
          </ac:spMkLst>
        </pc:spChg>
        <pc:spChg chg="mod">
          <ac:chgData name="Mr. Himmu" userId="b09b5b51d18eb658" providerId="LiveId" clId="{12635415-A27E-40A9-8B48-82A8CAB0BCFB}" dt="2026-09-22T08:42:17.151" v="3477"/>
          <ac:spMkLst>
            <pc:docMk/>
            <pc:sldMk cId="0" sldId="264"/>
            <ac:spMk id="45" creationId="{33AF7294-051E-A173-2289-A7201DFAB282}"/>
          </ac:spMkLst>
        </pc:spChg>
        <pc:spChg chg="mod">
          <ac:chgData name="Mr. Himmu" userId="b09b5b51d18eb658" providerId="LiveId" clId="{12635415-A27E-40A9-8B48-82A8CAB0BCFB}" dt="2026-09-22T08:42:17.151" v="3477"/>
          <ac:spMkLst>
            <pc:docMk/>
            <pc:sldMk cId="0" sldId="264"/>
            <ac:spMk id="46" creationId="{B8E236AC-6056-95E0-4B4E-4420DC6EF932}"/>
          </ac:spMkLst>
        </pc:spChg>
        <pc:spChg chg="del mod">
          <ac:chgData name="Mr. Himmu" userId="b09b5b51d18eb658" providerId="LiveId" clId="{12635415-A27E-40A9-8B48-82A8CAB0BCFB}" dt="2026-09-22T08:32:44.660" v="3369" actId="21"/>
          <ac:spMkLst>
            <pc:docMk/>
            <pc:sldMk cId="0" sldId="264"/>
            <ac:spMk id="47" creationId="{40BFD6E6-915A-D5D9-8369-D788FBC647D7}"/>
          </ac:spMkLst>
        </pc:spChg>
        <pc:spChg chg="mod">
          <ac:chgData name="Mr. Himmu" userId="b09b5b51d18eb658" providerId="LiveId" clId="{12635415-A27E-40A9-8B48-82A8CAB0BCFB}" dt="2026-09-22T08:42:17.151" v="3477"/>
          <ac:spMkLst>
            <pc:docMk/>
            <pc:sldMk cId="0" sldId="264"/>
            <ac:spMk id="48" creationId="{69175B76-2E31-873A-AAF4-27FE1546340D}"/>
          </ac:spMkLst>
        </pc:spChg>
        <pc:spChg chg="del mod">
          <ac:chgData name="Mr. Himmu" userId="b09b5b51d18eb658" providerId="LiveId" clId="{12635415-A27E-40A9-8B48-82A8CAB0BCFB}" dt="2026-09-22T08:30:00.150" v="3319" actId="21"/>
          <ac:spMkLst>
            <pc:docMk/>
            <pc:sldMk cId="0" sldId="264"/>
            <ac:spMk id="49" creationId="{BAD0FC19-2D82-436A-F777-24592EF052CC}"/>
          </ac:spMkLst>
        </pc:spChg>
        <pc:spChg chg="del mod">
          <ac:chgData name="Mr. Himmu" userId="b09b5b51d18eb658" providerId="LiveId" clId="{12635415-A27E-40A9-8B48-82A8CAB0BCFB}" dt="2026-09-22T08:31:26.740" v="3341" actId="21"/>
          <ac:spMkLst>
            <pc:docMk/>
            <pc:sldMk cId="0" sldId="264"/>
            <ac:spMk id="50" creationId="{E096CAB7-E747-FC01-F427-AB3FD0A23633}"/>
          </ac:spMkLst>
        </pc:spChg>
        <pc:spChg chg="add del mod">
          <ac:chgData name="Mr. Himmu" userId="b09b5b51d18eb658" providerId="LiveId" clId="{12635415-A27E-40A9-8B48-82A8CAB0BCFB}" dt="2026-09-22T08:41:00.555" v="3463" actId="1076"/>
          <ac:spMkLst>
            <pc:docMk/>
            <pc:sldMk cId="0" sldId="264"/>
            <ac:spMk id="51" creationId="{B18C1A65-8110-741A-2C49-948C9F6DDBFA}"/>
          </ac:spMkLst>
        </pc:spChg>
        <pc:spChg chg="add del mod">
          <ac:chgData name="Mr. Himmu" userId="b09b5b51d18eb658" providerId="LiveId" clId="{12635415-A27E-40A9-8B48-82A8CAB0BCFB}" dt="2026-09-22T08:42:17.151" v="3477"/>
          <ac:spMkLst>
            <pc:docMk/>
            <pc:sldMk cId="0" sldId="264"/>
            <ac:spMk id="52" creationId="{43990509-AE20-8BD9-08C2-87A44995A2BC}"/>
          </ac:spMkLst>
        </pc:spChg>
        <pc:spChg chg="mod">
          <ac:chgData name="Mr. Himmu" userId="b09b5b51d18eb658" providerId="LiveId" clId="{12635415-A27E-40A9-8B48-82A8CAB0BCFB}" dt="2026-09-22T08:42:17.151" v="3477"/>
          <ac:spMkLst>
            <pc:docMk/>
            <pc:sldMk cId="0" sldId="264"/>
            <ac:spMk id="53" creationId="{410A96E6-7E3A-D66F-0F29-14F06DD1E7B4}"/>
          </ac:spMkLst>
        </pc:spChg>
        <pc:spChg chg="mod">
          <ac:chgData name="Mr. Himmu" userId="b09b5b51d18eb658" providerId="LiveId" clId="{12635415-A27E-40A9-8B48-82A8CAB0BCFB}" dt="2026-09-22T08:42:17.151" v="3477"/>
          <ac:spMkLst>
            <pc:docMk/>
            <pc:sldMk cId="0" sldId="264"/>
            <ac:spMk id="54" creationId="{491F297F-2B1D-522C-C6BF-F6B14DA70B2D}"/>
          </ac:spMkLst>
        </pc:spChg>
        <pc:spChg chg="mod">
          <ac:chgData name="Mr. Himmu" userId="b09b5b51d18eb658" providerId="LiveId" clId="{12635415-A27E-40A9-8B48-82A8CAB0BCFB}" dt="2026-09-22T08:42:17.151" v="3477"/>
          <ac:spMkLst>
            <pc:docMk/>
            <pc:sldMk cId="0" sldId="264"/>
            <ac:spMk id="55" creationId="{0311E3EC-F6F3-834C-1BF5-761073191D07}"/>
          </ac:spMkLst>
        </pc:spChg>
        <pc:spChg chg="mod">
          <ac:chgData name="Mr. Himmu" userId="b09b5b51d18eb658" providerId="LiveId" clId="{12635415-A27E-40A9-8B48-82A8CAB0BCFB}" dt="2026-09-22T08:42:17.151" v="3477"/>
          <ac:spMkLst>
            <pc:docMk/>
            <pc:sldMk cId="0" sldId="264"/>
            <ac:spMk id="56" creationId="{DD3BBE3B-B431-208C-F0A6-31884EEC80C6}"/>
          </ac:spMkLst>
        </pc:spChg>
        <pc:spChg chg="mod">
          <ac:chgData name="Mr. Himmu" userId="b09b5b51d18eb658" providerId="LiveId" clId="{12635415-A27E-40A9-8B48-82A8CAB0BCFB}" dt="2026-09-22T08:42:17.151" v="3477"/>
          <ac:spMkLst>
            <pc:docMk/>
            <pc:sldMk cId="0" sldId="264"/>
            <ac:spMk id="57" creationId="{FEB2B0BE-D092-D2DD-AF8F-AD7B6C25389A}"/>
          </ac:spMkLst>
        </pc:spChg>
        <pc:spChg chg="mod">
          <ac:chgData name="Mr. Himmu" userId="b09b5b51d18eb658" providerId="LiveId" clId="{12635415-A27E-40A9-8B48-82A8CAB0BCFB}" dt="2026-09-22T08:42:17.151" v="3477"/>
          <ac:spMkLst>
            <pc:docMk/>
            <pc:sldMk cId="0" sldId="264"/>
            <ac:spMk id="58" creationId="{79BD00E5-4048-4968-A401-6CE13B940181}"/>
          </ac:spMkLst>
        </pc:spChg>
        <pc:spChg chg="add del mod">
          <ac:chgData name="Mr. Himmu" userId="b09b5b51d18eb658" providerId="LiveId" clId="{12635415-A27E-40A9-8B48-82A8CAB0BCFB}" dt="2026-09-22T08:42:17.151" v="3477"/>
          <ac:spMkLst>
            <pc:docMk/>
            <pc:sldMk cId="0" sldId="264"/>
            <ac:spMk id="59" creationId="{A07B0560-7F00-5CD9-55E0-D43C75BA1F7B}"/>
          </ac:spMkLst>
        </pc:spChg>
        <pc:spChg chg="add del mod">
          <ac:chgData name="Mr. Himmu" userId="b09b5b51d18eb658" providerId="LiveId" clId="{12635415-A27E-40A9-8B48-82A8CAB0BCFB}" dt="2026-09-22T08:42:17.151" v="3477"/>
          <ac:spMkLst>
            <pc:docMk/>
            <pc:sldMk cId="0" sldId="264"/>
            <ac:spMk id="60" creationId="{48A06F58-2D3F-0DAB-2B15-9198185CB1C0}"/>
          </ac:spMkLst>
        </pc:spChg>
        <pc:picChg chg="add mod">
          <ac:chgData name="Mr. Himmu" userId="b09b5b51d18eb658" providerId="LiveId" clId="{12635415-A27E-40A9-8B48-82A8CAB0BCFB}" dt="2026-09-21T10:19:48.545" v="150" actId="167"/>
          <ac:picMkLst>
            <pc:docMk/>
            <pc:sldMk cId="0" sldId="264"/>
            <ac:picMk id="2" creationId="{0B7C3A36-64BC-F20E-3FF9-422359FA479F}"/>
          </ac:picMkLst>
        </pc:picChg>
      </pc:sldChg>
      <pc:sldChg chg="addSp delSp modSp add mod ord modAnim">
        <pc:chgData name="Mr. Himmu" userId="b09b5b51d18eb658" providerId="LiveId" clId="{12635415-A27E-40A9-8B48-82A8CAB0BCFB}" dt="2026-09-22T14:18:47.757" v="5148"/>
        <pc:sldMkLst>
          <pc:docMk/>
          <pc:sldMk cId="0" sldId="265"/>
        </pc:sldMkLst>
        <pc:spChg chg="mod">
          <ac:chgData name="Mr. Himmu" userId="b09b5b51d18eb658" providerId="LiveId" clId="{12635415-A27E-40A9-8B48-82A8CAB0BCFB}" dt="2026-09-22T10:05:28.850" v="4710" actId="207"/>
          <ac:spMkLst>
            <pc:docMk/>
            <pc:sldMk cId="0" sldId="265"/>
            <ac:spMk id="6" creationId="{00000000-0000-0000-0000-000000000000}"/>
          </ac:spMkLst>
        </pc:spChg>
        <pc:spChg chg="mod">
          <ac:chgData name="Mr. Himmu" userId="b09b5b51d18eb658" providerId="LiveId" clId="{12635415-A27E-40A9-8B48-82A8CAB0BCFB}" dt="2026-09-22T10:05:49.364" v="4716" actId="207"/>
          <ac:spMkLst>
            <pc:docMk/>
            <pc:sldMk cId="0" sldId="265"/>
            <ac:spMk id="9" creationId="{00000000-0000-0000-0000-000000000000}"/>
          </ac:spMkLst>
        </pc:spChg>
        <pc:spChg chg="mod">
          <ac:chgData name="Mr. Himmu" userId="b09b5b51d18eb658" providerId="LiveId" clId="{12635415-A27E-40A9-8B48-82A8CAB0BCFB}" dt="2026-09-22T10:05:41.570" v="4715" actId="207"/>
          <ac:spMkLst>
            <pc:docMk/>
            <pc:sldMk cId="0" sldId="265"/>
            <ac:spMk id="12" creationId="{00000000-0000-0000-0000-000000000000}"/>
          </ac:spMkLst>
        </pc:spChg>
        <pc:spChg chg="mod">
          <ac:chgData name="Mr. Himmu" userId="b09b5b51d18eb658" providerId="LiveId" clId="{12635415-A27E-40A9-8B48-82A8CAB0BCFB}" dt="2026-09-22T10:05:33.898" v="4712" actId="207"/>
          <ac:spMkLst>
            <pc:docMk/>
            <pc:sldMk cId="0" sldId="265"/>
            <ac:spMk id="15" creationId="{00000000-0000-0000-0000-000000000000}"/>
          </ac:spMkLst>
        </pc:spChg>
        <pc:spChg chg="mod">
          <ac:chgData name="Mr. Himmu" userId="b09b5b51d18eb658" providerId="LiveId" clId="{12635415-A27E-40A9-8B48-82A8CAB0BCFB}" dt="2026-09-22T10:05:37.938" v="4714" actId="207"/>
          <ac:spMkLst>
            <pc:docMk/>
            <pc:sldMk cId="0" sldId="265"/>
            <ac:spMk id="18" creationId="{00000000-0000-0000-0000-000000000000}"/>
          </ac:spMkLst>
        </pc:spChg>
        <pc:spChg chg="mod">
          <ac:chgData name="Mr. Himmu" userId="b09b5b51d18eb658" providerId="LiveId" clId="{12635415-A27E-40A9-8B48-82A8CAB0BCFB}" dt="2026-09-22T10:05:09.947" v="4709" actId="20577"/>
          <ac:spMkLst>
            <pc:docMk/>
            <pc:sldMk cId="0" sldId="265"/>
            <ac:spMk id="19" creationId="{00000000-0000-0000-0000-000000000000}"/>
          </ac:spMkLst>
        </pc:spChg>
        <pc:spChg chg="mod">
          <ac:chgData name="Mr. Himmu" userId="b09b5b51d18eb658" providerId="LiveId" clId="{12635415-A27E-40A9-8B48-82A8CAB0BCFB}" dt="2026-09-22T10:05:35.547" v="4713" actId="207"/>
          <ac:spMkLst>
            <pc:docMk/>
            <pc:sldMk cId="0" sldId="265"/>
            <ac:spMk id="21" creationId="{00000000-0000-0000-0000-000000000000}"/>
          </ac:spMkLst>
        </pc:spChg>
        <pc:spChg chg="add del mod">
          <ac:chgData name="Mr. Himmu" userId="b09b5b51d18eb658" providerId="LiveId" clId="{12635415-A27E-40A9-8B48-82A8CAB0BCFB}" dt="2026-09-22T09:07:07.770" v="3677"/>
          <ac:spMkLst>
            <pc:docMk/>
            <pc:sldMk cId="0" sldId="265"/>
            <ac:spMk id="28" creationId="{53135BD6-46D2-4A17-1C52-D0ABB3C945EA}"/>
          </ac:spMkLst>
        </pc:spChg>
        <pc:spChg chg="add mod">
          <ac:chgData name="Mr. Himmu" userId="b09b5b51d18eb658" providerId="LiveId" clId="{12635415-A27E-40A9-8B48-82A8CAB0BCFB}" dt="2026-09-22T14:18:47.757" v="5148"/>
          <ac:spMkLst>
            <pc:docMk/>
            <pc:sldMk cId="0" sldId="265"/>
            <ac:spMk id="28" creationId="{7D3AAFC7-5A08-4C72-B879-429A33DEBE24}"/>
          </ac:spMkLst>
        </pc:spChg>
        <pc:spChg chg="add del mod">
          <ac:chgData name="Mr. Himmu" userId="b09b5b51d18eb658" providerId="LiveId" clId="{12635415-A27E-40A9-8B48-82A8CAB0BCFB}" dt="2026-09-22T09:08:42.098" v="3682" actId="21"/>
          <ac:spMkLst>
            <pc:docMk/>
            <pc:sldMk cId="0" sldId="265"/>
            <ac:spMk id="29" creationId="{086422E3-FB35-C579-9830-BC2A1F74E8B8}"/>
          </ac:spMkLst>
        </pc:spChg>
        <pc:spChg chg="add mod">
          <ac:chgData name="Mr. Himmu" userId="b09b5b51d18eb658" providerId="LiveId" clId="{12635415-A27E-40A9-8B48-82A8CAB0BCFB}" dt="2026-09-22T10:01:56.054" v="4673" actId="20577"/>
          <ac:spMkLst>
            <pc:docMk/>
            <pc:sldMk cId="0" sldId="265"/>
            <ac:spMk id="30" creationId="{DC9FE845-F182-C4E1-6BD6-F42F1944A306}"/>
          </ac:spMkLst>
        </pc:spChg>
      </pc:sldChg>
      <pc:sldChg chg="addSp modSp new mod">
        <pc:chgData name="Mr. Himmu" userId="b09b5b51d18eb658" providerId="LiveId" clId="{12635415-A27E-40A9-8B48-82A8CAB0BCFB}" dt="2026-09-21T10:17:53.986" v="148"/>
        <pc:sldMkLst>
          <pc:docMk/>
          <pc:sldMk cId="2322319280" sldId="265"/>
        </pc:sldMkLst>
        <pc:spChg chg="add del mod">
          <ac:chgData name="Mr. Himmu" userId="b09b5b51d18eb658" providerId="LiveId" clId="{12635415-A27E-40A9-8B48-82A8CAB0BCFB}" dt="2026-09-22T08:18:04.147" v="3207" actId="21"/>
          <ac:spMkLst>
            <pc:docMk/>
            <pc:sldMk cId="2322319280" sldId="265"/>
            <ac:spMk id="2" creationId="{00000000-0000-0000-0000-000000000000}"/>
          </ac:spMkLst>
        </pc:spChg>
        <pc:spChg chg="add mod">
          <ac:chgData name="Mr. Himmu" userId="b09b5b51d18eb658" providerId="LiveId" clId="{12635415-A27E-40A9-8B48-82A8CAB0BCFB}" dt="2026-09-21T10:17:53.986" v="148"/>
          <ac:spMkLst>
            <pc:docMk/>
            <pc:sldMk cId="2322319280" sldId="265"/>
            <ac:spMk id="2" creationId="{22782376-4938-93CD-DD2F-3A58518DD4FE}"/>
          </ac:spMkLst>
        </pc:spChg>
        <pc:spChg chg="add del mod">
          <ac:chgData name="Mr. Himmu" userId="b09b5b51d18eb658" providerId="LiveId" clId="{12635415-A27E-40A9-8B48-82A8CAB0BCFB}" dt="2026-09-22T08:18:04.147" v="3207" actId="21"/>
          <ac:spMkLst>
            <pc:docMk/>
            <pc:sldMk cId="2322319280" sldId="265"/>
            <ac:spMk id="3" creationId="{00000000-0000-0000-0000-000000000000}"/>
          </ac:spMkLst>
        </pc:spChg>
        <pc:spChg chg="add mod">
          <ac:chgData name="Mr. Himmu" userId="b09b5b51d18eb658" providerId="LiveId" clId="{12635415-A27E-40A9-8B48-82A8CAB0BCFB}" dt="2026-09-21T10:17:53.986" v="148"/>
          <ac:spMkLst>
            <pc:docMk/>
            <pc:sldMk cId="2322319280" sldId="265"/>
            <ac:spMk id="3" creationId="{80CBCC87-A143-B63A-1363-C475463B25AB}"/>
          </ac:spMkLst>
        </pc:spChg>
        <pc:spChg chg="add del mod">
          <ac:chgData name="Mr. Himmu" userId="b09b5b51d18eb658" providerId="LiveId" clId="{12635415-A27E-40A9-8B48-82A8CAB0BCFB}" dt="2026-09-22T08:18:04.147" v="3207" actId="21"/>
          <ac:spMkLst>
            <pc:docMk/>
            <pc:sldMk cId="2322319280" sldId="265"/>
            <ac:spMk id="4" creationId="{00000000-0000-0000-0000-000000000000}"/>
          </ac:spMkLst>
        </pc:spChg>
        <pc:spChg chg="add mod">
          <ac:chgData name="Mr. Himmu" userId="b09b5b51d18eb658" providerId="LiveId" clId="{12635415-A27E-40A9-8B48-82A8CAB0BCFB}" dt="2026-09-21T10:17:53.986" v="148"/>
          <ac:spMkLst>
            <pc:docMk/>
            <pc:sldMk cId="2322319280" sldId="265"/>
            <ac:spMk id="4" creationId="{0FF620FF-AF05-57DD-B748-E87D20625633}"/>
          </ac:spMkLst>
        </pc:spChg>
        <pc:spChg chg="add del mod">
          <ac:chgData name="Mr. Himmu" userId="b09b5b51d18eb658" providerId="LiveId" clId="{12635415-A27E-40A9-8B48-82A8CAB0BCFB}" dt="2026-09-22T08:18:04.147" v="3207" actId="21"/>
          <ac:spMkLst>
            <pc:docMk/>
            <pc:sldMk cId="2322319280" sldId="265"/>
            <ac:spMk id="6" creationId="{00000000-0000-0000-0000-000000000000}"/>
          </ac:spMkLst>
        </pc:spChg>
        <pc:spChg chg="add mod">
          <ac:chgData name="Mr. Himmu" userId="b09b5b51d18eb658" providerId="LiveId" clId="{12635415-A27E-40A9-8B48-82A8CAB0BCFB}" dt="2026-09-21T10:17:53.986" v="148"/>
          <ac:spMkLst>
            <pc:docMk/>
            <pc:sldMk cId="2322319280" sldId="265"/>
            <ac:spMk id="6" creationId="{E69E4D94-264F-D993-F6E3-B8D67BB5EF9C}"/>
          </ac:spMkLst>
        </pc:spChg>
        <pc:spChg chg="add del mod">
          <ac:chgData name="Mr. Himmu" userId="b09b5b51d18eb658" providerId="LiveId" clId="{12635415-A27E-40A9-8B48-82A8CAB0BCFB}" dt="2026-09-22T08:18:04.147" v="3207" actId="21"/>
          <ac:spMkLst>
            <pc:docMk/>
            <pc:sldMk cId="2322319280" sldId="265"/>
            <ac:spMk id="7" creationId="{00000000-0000-0000-0000-000000000000}"/>
          </ac:spMkLst>
        </pc:spChg>
        <pc:spChg chg="add mod">
          <ac:chgData name="Mr. Himmu" userId="b09b5b51d18eb658" providerId="LiveId" clId="{12635415-A27E-40A9-8B48-82A8CAB0BCFB}" dt="2026-09-21T10:17:53.986" v="148"/>
          <ac:spMkLst>
            <pc:docMk/>
            <pc:sldMk cId="2322319280" sldId="265"/>
            <ac:spMk id="7" creationId="{8A02AE42-740B-2961-B63C-1EC6BEEDE044}"/>
          </ac:spMkLst>
        </pc:spChg>
        <pc:spChg chg="add del mod">
          <ac:chgData name="Mr. Himmu" userId="b09b5b51d18eb658" providerId="LiveId" clId="{12635415-A27E-40A9-8B48-82A8CAB0BCFB}" dt="2026-09-22T08:18:04.147" v="3207" actId="21"/>
          <ac:spMkLst>
            <pc:docMk/>
            <pc:sldMk cId="2322319280" sldId="265"/>
            <ac:spMk id="8" creationId="{00000000-0000-0000-0000-000000000000}"/>
          </ac:spMkLst>
        </pc:spChg>
        <pc:spChg chg="add mod">
          <ac:chgData name="Mr. Himmu" userId="b09b5b51d18eb658" providerId="LiveId" clId="{12635415-A27E-40A9-8B48-82A8CAB0BCFB}" dt="2026-09-21T10:17:53.986" v="148"/>
          <ac:spMkLst>
            <pc:docMk/>
            <pc:sldMk cId="2322319280" sldId="265"/>
            <ac:spMk id="8" creationId="{31C170D9-90F7-1341-E5BA-2DAB5FBAC479}"/>
          </ac:spMkLst>
        </pc:spChg>
        <pc:spChg chg="add del mod">
          <ac:chgData name="Mr. Himmu" userId="b09b5b51d18eb658" providerId="LiveId" clId="{12635415-A27E-40A9-8B48-82A8CAB0BCFB}" dt="2026-09-22T08:18:04.147" v="3207" actId="21"/>
          <ac:spMkLst>
            <pc:docMk/>
            <pc:sldMk cId="2322319280" sldId="265"/>
            <ac:spMk id="9" creationId="{00000000-0000-0000-0000-000000000000}"/>
          </ac:spMkLst>
        </pc:spChg>
        <pc:spChg chg="add mod">
          <ac:chgData name="Mr. Himmu" userId="b09b5b51d18eb658" providerId="LiveId" clId="{12635415-A27E-40A9-8B48-82A8CAB0BCFB}" dt="2026-09-21T10:17:53.986" v="148"/>
          <ac:spMkLst>
            <pc:docMk/>
            <pc:sldMk cId="2322319280" sldId="265"/>
            <ac:spMk id="9" creationId="{9BA5BCE7-AC38-EA14-9342-DF805FAF839B}"/>
          </ac:spMkLst>
        </pc:spChg>
        <pc:spChg chg="add del mod">
          <ac:chgData name="Mr. Himmu" userId="b09b5b51d18eb658" providerId="LiveId" clId="{12635415-A27E-40A9-8B48-82A8CAB0BCFB}" dt="2026-09-22T08:18:04.147" v="3207" actId="21"/>
          <ac:spMkLst>
            <pc:docMk/>
            <pc:sldMk cId="2322319280" sldId="265"/>
            <ac:spMk id="10" creationId="{00000000-0000-0000-0000-000000000000}"/>
          </ac:spMkLst>
        </pc:spChg>
        <pc:spChg chg="add mod">
          <ac:chgData name="Mr. Himmu" userId="b09b5b51d18eb658" providerId="LiveId" clId="{12635415-A27E-40A9-8B48-82A8CAB0BCFB}" dt="2026-09-21T10:17:53.986" v="148"/>
          <ac:spMkLst>
            <pc:docMk/>
            <pc:sldMk cId="2322319280" sldId="265"/>
            <ac:spMk id="10" creationId="{B6B939BE-BFCA-AA35-1749-259CAD85D60F}"/>
          </ac:spMkLst>
        </pc:spChg>
        <pc:spChg chg="add del mod">
          <ac:chgData name="Mr. Himmu" userId="b09b5b51d18eb658" providerId="LiveId" clId="{12635415-A27E-40A9-8B48-82A8CAB0BCFB}" dt="2026-09-22T08:18:04.147" v="3207" actId="21"/>
          <ac:spMkLst>
            <pc:docMk/>
            <pc:sldMk cId="2322319280" sldId="265"/>
            <ac:spMk id="11" creationId="{00000000-0000-0000-0000-000000000000}"/>
          </ac:spMkLst>
        </pc:spChg>
        <pc:spChg chg="add mod">
          <ac:chgData name="Mr. Himmu" userId="b09b5b51d18eb658" providerId="LiveId" clId="{12635415-A27E-40A9-8B48-82A8CAB0BCFB}" dt="2026-09-21T10:17:53.986" v="148"/>
          <ac:spMkLst>
            <pc:docMk/>
            <pc:sldMk cId="2322319280" sldId="265"/>
            <ac:spMk id="11" creationId="{9C4DA9DB-9F8C-CA0A-1E17-E9199C2A4FA1}"/>
          </ac:spMkLst>
        </pc:spChg>
        <pc:spChg chg="add del mod">
          <ac:chgData name="Mr. Himmu" userId="b09b5b51d18eb658" providerId="LiveId" clId="{12635415-A27E-40A9-8B48-82A8CAB0BCFB}" dt="2026-09-22T08:18:04.147" v="3207" actId="21"/>
          <ac:spMkLst>
            <pc:docMk/>
            <pc:sldMk cId="2322319280" sldId="265"/>
            <ac:spMk id="12" creationId="{00000000-0000-0000-0000-000000000000}"/>
          </ac:spMkLst>
        </pc:spChg>
        <pc:spChg chg="add mod">
          <ac:chgData name="Mr. Himmu" userId="b09b5b51d18eb658" providerId="LiveId" clId="{12635415-A27E-40A9-8B48-82A8CAB0BCFB}" dt="2026-09-21T10:17:53.986" v="148"/>
          <ac:spMkLst>
            <pc:docMk/>
            <pc:sldMk cId="2322319280" sldId="265"/>
            <ac:spMk id="12" creationId="{63AD1B66-B623-D933-2559-4A33B180A7BE}"/>
          </ac:spMkLst>
        </pc:spChg>
        <pc:spChg chg="add del mod">
          <ac:chgData name="Mr. Himmu" userId="b09b5b51d18eb658" providerId="LiveId" clId="{12635415-A27E-40A9-8B48-82A8CAB0BCFB}" dt="2026-09-22T08:18:04.147" v="3207" actId="21"/>
          <ac:spMkLst>
            <pc:docMk/>
            <pc:sldMk cId="2322319280" sldId="265"/>
            <ac:spMk id="13" creationId="{00000000-0000-0000-0000-000000000000}"/>
          </ac:spMkLst>
        </pc:spChg>
        <pc:spChg chg="add mod">
          <ac:chgData name="Mr. Himmu" userId="b09b5b51d18eb658" providerId="LiveId" clId="{12635415-A27E-40A9-8B48-82A8CAB0BCFB}" dt="2026-09-21T10:17:53.986" v="148"/>
          <ac:spMkLst>
            <pc:docMk/>
            <pc:sldMk cId="2322319280" sldId="265"/>
            <ac:spMk id="13" creationId="{52E5178F-E2E8-216C-FE25-BAC495B28095}"/>
          </ac:spMkLst>
        </pc:spChg>
        <pc:spChg chg="add del mod">
          <ac:chgData name="Mr. Himmu" userId="b09b5b51d18eb658" providerId="LiveId" clId="{12635415-A27E-40A9-8B48-82A8CAB0BCFB}" dt="2026-09-22T08:18:04.147" v="3207" actId="21"/>
          <ac:spMkLst>
            <pc:docMk/>
            <pc:sldMk cId="2322319280" sldId="265"/>
            <ac:spMk id="14" creationId="{00000000-0000-0000-0000-000000000000}"/>
          </ac:spMkLst>
        </pc:spChg>
        <pc:spChg chg="add mod">
          <ac:chgData name="Mr. Himmu" userId="b09b5b51d18eb658" providerId="LiveId" clId="{12635415-A27E-40A9-8B48-82A8CAB0BCFB}" dt="2026-09-21T10:17:53.986" v="148"/>
          <ac:spMkLst>
            <pc:docMk/>
            <pc:sldMk cId="2322319280" sldId="265"/>
            <ac:spMk id="14" creationId="{DA75B54B-8AAA-3057-CB15-B878D1F23123}"/>
          </ac:spMkLst>
        </pc:spChg>
        <pc:spChg chg="add mod">
          <ac:chgData name="Mr. Himmu" userId="b09b5b51d18eb658" providerId="LiveId" clId="{12635415-A27E-40A9-8B48-82A8CAB0BCFB}" dt="2026-09-21T10:17:53.986" v="148"/>
          <ac:spMkLst>
            <pc:docMk/>
            <pc:sldMk cId="2322319280" sldId="265"/>
            <ac:spMk id="15" creationId="{AF1061D5-508A-81C7-CD8F-9F926CE6D481}"/>
          </ac:spMkLst>
        </pc:spChg>
        <pc:spChg chg="add">
          <ac:chgData name="Mr. Himmu" userId="b09b5b51d18eb658" providerId="LiveId" clId="{12635415-A27E-40A9-8B48-82A8CAB0BCFB}" dt="2026-09-22T08:28:05.238" v="3312"/>
          <ac:spMkLst>
            <pc:docMk/>
            <pc:sldMk cId="2322319280" sldId="265"/>
            <ac:spMk id="16" creationId="{362DD6E0-B46E-32B8-F497-26148D25F441}"/>
          </ac:spMkLst>
        </pc:spChg>
        <pc:spChg chg="add mod">
          <ac:chgData name="Mr. Himmu" userId="b09b5b51d18eb658" providerId="LiveId" clId="{12635415-A27E-40A9-8B48-82A8CAB0BCFB}" dt="2026-09-21T10:17:53.986" v="148"/>
          <ac:spMkLst>
            <pc:docMk/>
            <pc:sldMk cId="2322319280" sldId="265"/>
            <ac:spMk id="16" creationId="{A23B3AEC-45A3-4E60-0A2B-0D586458EBB0}"/>
          </ac:spMkLst>
        </pc:spChg>
        <pc:spChg chg="add mod">
          <ac:chgData name="Mr. Himmu" userId="b09b5b51d18eb658" providerId="LiveId" clId="{12635415-A27E-40A9-8B48-82A8CAB0BCFB}" dt="2026-09-21T10:17:53.986" v="148"/>
          <ac:spMkLst>
            <pc:docMk/>
            <pc:sldMk cId="2322319280" sldId="265"/>
            <ac:spMk id="17" creationId="{0B0213F9-1E38-B206-6295-380C693808D7}"/>
          </ac:spMkLst>
        </pc:spChg>
        <pc:spChg chg="add mod">
          <ac:chgData name="Mr. Himmu" userId="b09b5b51d18eb658" providerId="LiveId" clId="{12635415-A27E-40A9-8B48-82A8CAB0BCFB}" dt="2026-09-21T10:17:53.986" v="148"/>
          <ac:spMkLst>
            <pc:docMk/>
            <pc:sldMk cId="2322319280" sldId="265"/>
            <ac:spMk id="18" creationId="{0F4EE957-8909-7940-ABA7-6D0983A82B01}"/>
          </ac:spMkLst>
        </pc:spChg>
        <pc:spChg chg="add mod">
          <ac:chgData name="Mr. Himmu" userId="b09b5b51d18eb658" providerId="LiveId" clId="{12635415-A27E-40A9-8B48-82A8CAB0BCFB}" dt="2026-09-21T10:17:53.986" v="148"/>
          <ac:spMkLst>
            <pc:docMk/>
            <pc:sldMk cId="2322319280" sldId="265"/>
            <ac:spMk id="19" creationId="{54861B21-0A86-A2BE-F7CD-2A54543BCFC0}"/>
          </ac:spMkLst>
        </pc:spChg>
        <pc:spChg chg="add mod">
          <ac:chgData name="Mr. Himmu" userId="b09b5b51d18eb658" providerId="LiveId" clId="{12635415-A27E-40A9-8B48-82A8CAB0BCFB}" dt="2026-09-21T10:17:53.986" v="148"/>
          <ac:spMkLst>
            <pc:docMk/>
            <pc:sldMk cId="2322319280" sldId="265"/>
            <ac:spMk id="20" creationId="{64708F5E-BC5A-7513-BA13-1421F55928F2}"/>
          </ac:spMkLst>
        </pc:spChg>
        <pc:spChg chg="add mod">
          <ac:chgData name="Mr. Himmu" userId="b09b5b51d18eb658" providerId="LiveId" clId="{12635415-A27E-40A9-8B48-82A8CAB0BCFB}" dt="2026-09-21T10:17:53.986" v="148"/>
          <ac:spMkLst>
            <pc:docMk/>
            <pc:sldMk cId="2322319280" sldId="265"/>
            <ac:spMk id="21" creationId="{9156F2D6-2444-68C1-FD7C-DCD9ABD39C90}"/>
          </ac:spMkLst>
        </pc:spChg>
        <pc:spChg chg="add mod">
          <ac:chgData name="Mr. Himmu" userId="b09b5b51d18eb658" providerId="LiveId" clId="{12635415-A27E-40A9-8B48-82A8CAB0BCFB}" dt="2026-09-21T10:17:53.986" v="148"/>
          <ac:spMkLst>
            <pc:docMk/>
            <pc:sldMk cId="2322319280" sldId="265"/>
            <ac:spMk id="22" creationId="{4A7F20BC-5B9A-13CE-15B4-53603022D2A8}"/>
          </ac:spMkLst>
        </pc:spChg>
        <pc:spChg chg="add mod">
          <ac:chgData name="Mr. Himmu" userId="b09b5b51d18eb658" providerId="LiveId" clId="{12635415-A27E-40A9-8B48-82A8CAB0BCFB}" dt="2026-09-21T10:17:53.986" v="148"/>
          <ac:spMkLst>
            <pc:docMk/>
            <pc:sldMk cId="2322319280" sldId="265"/>
            <ac:spMk id="23" creationId="{01D1185E-8AC4-E4C1-B85F-AFC446C2183E}"/>
          </ac:spMkLst>
        </pc:spChg>
        <pc:picChg chg="add mod">
          <ac:chgData name="Mr. Himmu" userId="b09b5b51d18eb658" providerId="LiveId" clId="{12635415-A27E-40A9-8B48-82A8CAB0BCFB}" dt="2026-09-21T10:17:34.451" v="145" actId="1076"/>
          <ac:picMkLst>
            <pc:docMk/>
            <pc:sldMk cId="2322319280" sldId="265"/>
            <ac:picMk id="5" creationId="{00000000-0000-0000-0000-000000000000}"/>
          </ac:picMkLst>
        </pc:picChg>
        <pc:picChg chg="add mod">
          <ac:chgData name="Mr. Himmu" userId="b09b5b51d18eb658" providerId="LiveId" clId="{12635415-A27E-40A9-8B48-82A8CAB0BCFB}" dt="2026-09-22T09:00:43.491" v="3629" actId="14100"/>
          <ac:picMkLst>
            <pc:docMk/>
            <pc:sldMk cId="2322319280" sldId="265"/>
            <ac:picMk id="15" creationId="{00000000-0000-0000-0000-000000000000}"/>
          </ac:picMkLst>
        </pc:picChg>
        <pc:picChg chg="add mod">
          <ac:chgData name="Mr. Himmu" userId="b09b5b51d18eb658" providerId="LiveId" clId="{12635415-A27E-40A9-8B48-82A8CAB0BCFB}" dt="2026-09-21T10:17:41.634" v="147" actId="167"/>
          <ac:picMkLst>
            <pc:docMk/>
            <pc:sldMk cId="2322319280" sldId="265"/>
            <ac:picMk id="1026" creationId="{0E1BC8B1-00D8-535F-9173-859733B0165E}"/>
          </ac:picMkLst>
        </pc:picChg>
      </pc:sldChg>
      <pc:sldChg chg="addSp delSp modSp add del mod modAnim">
        <pc:chgData name="Mr. Himmu" userId="b09b5b51d18eb658" providerId="LiveId" clId="{12635415-A27E-40A9-8B48-82A8CAB0BCFB}" dt="2026-09-22T15:34:55.554" v="5158" actId="20577"/>
        <pc:sldMkLst>
          <pc:docMk/>
          <pc:sldMk cId="559639198" sldId="266"/>
        </pc:sldMkLst>
        <pc:spChg chg="del">
          <ac:chgData name="Mr. Himmu" userId="b09b5b51d18eb658" providerId="LiveId" clId="{12635415-A27E-40A9-8B48-82A8CAB0BCFB}" dt="2026-09-22T09:11:37.865" v="3695" actId="478"/>
          <ac:spMkLst>
            <pc:docMk/>
            <pc:sldMk cId="559639198" sldId="266"/>
            <ac:spMk id="2" creationId="{00000000-0000-0000-0000-000000000000}"/>
          </ac:spMkLst>
        </pc:spChg>
        <pc:spChg chg="add mod">
          <ac:chgData name="Mr. Himmu" userId="b09b5b51d18eb658" providerId="LiveId" clId="{12635415-A27E-40A9-8B48-82A8CAB0BCFB}" dt="2026-09-22T14:18:43.496" v="5146"/>
          <ac:spMkLst>
            <pc:docMk/>
            <pc:sldMk cId="559639198" sldId="266"/>
            <ac:spMk id="2" creationId="{A46964D3-0048-EC55-1046-F7D85B7E419E}"/>
          </ac:spMkLst>
        </pc:spChg>
        <pc:spChg chg="del">
          <ac:chgData name="Mr. Himmu" userId="b09b5b51d18eb658" providerId="LiveId" clId="{12635415-A27E-40A9-8B48-82A8CAB0BCFB}" dt="2026-09-22T09:11:37.865" v="3695" actId="478"/>
          <ac:spMkLst>
            <pc:docMk/>
            <pc:sldMk cId="559639198" sldId="266"/>
            <ac:spMk id="3" creationId="{00000000-0000-0000-0000-000000000000}"/>
          </ac:spMkLst>
        </pc:spChg>
        <pc:spChg chg="del">
          <ac:chgData name="Mr. Himmu" userId="b09b5b51d18eb658" providerId="LiveId" clId="{12635415-A27E-40A9-8B48-82A8CAB0BCFB}" dt="2026-09-22T09:11:37.865" v="3695" actId="478"/>
          <ac:spMkLst>
            <pc:docMk/>
            <pc:sldMk cId="559639198" sldId="266"/>
            <ac:spMk id="4" creationId="{00000000-0000-0000-0000-000000000000}"/>
          </ac:spMkLst>
        </pc:spChg>
        <pc:spChg chg="del">
          <ac:chgData name="Mr. Himmu" userId="b09b5b51d18eb658" providerId="LiveId" clId="{12635415-A27E-40A9-8B48-82A8CAB0BCFB}" dt="2026-09-22T09:11:37.865" v="3695" actId="478"/>
          <ac:spMkLst>
            <pc:docMk/>
            <pc:sldMk cId="559639198" sldId="266"/>
            <ac:spMk id="5" creationId="{00000000-0000-0000-0000-000000000000}"/>
          </ac:spMkLst>
        </pc:spChg>
        <pc:spChg chg="del">
          <ac:chgData name="Mr. Himmu" userId="b09b5b51d18eb658" providerId="LiveId" clId="{12635415-A27E-40A9-8B48-82A8CAB0BCFB}" dt="2026-09-22T09:11:37.865" v="3695" actId="478"/>
          <ac:spMkLst>
            <pc:docMk/>
            <pc:sldMk cId="559639198" sldId="266"/>
            <ac:spMk id="6" creationId="{00000000-0000-0000-0000-000000000000}"/>
          </ac:spMkLst>
        </pc:spChg>
        <pc:spChg chg="del">
          <ac:chgData name="Mr. Himmu" userId="b09b5b51d18eb658" providerId="LiveId" clId="{12635415-A27E-40A9-8B48-82A8CAB0BCFB}" dt="2026-09-22T09:11:37.865" v="3695" actId="478"/>
          <ac:spMkLst>
            <pc:docMk/>
            <pc:sldMk cId="559639198" sldId="266"/>
            <ac:spMk id="7" creationId="{00000000-0000-0000-0000-000000000000}"/>
          </ac:spMkLst>
        </pc:spChg>
        <pc:spChg chg="del">
          <ac:chgData name="Mr. Himmu" userId="b09b5b51d18eb658" providerId="LiveId" clId="{12635415-A27E-40A9-8B48-82A8CAB0BCFB}" dt="2026-09-22T09:11:37.865" v="3695" actId="478"/>
          <ac:spMkLst>
            <pc:docMk/>
            <pc:sldMk cId="559639198" sldId="266"/>
            <ac:spMk id="8" creationId="{00000000-0000-0000-0000-000000000000}"/>
          </ac:spMkLst>
        </pc:spChg>
        <pc:spChg chg="del">
          <ac:chgData name="Mr. Himmu" userId="b09b5b51d18eb658" providerId="LiveId" clId="{12635415-A27E-40A9-8B48-82A8CAB0BCFB}" dt="2026-09-22T09:11:37.865" v="3695" actId="478"/>
          <ac:spMkLst>
            <pc:docMk/>
            <pc:sldMk cId="559639198" sldId="266"/>
            <ac:spMk id="9" creationId="{00000000-0000-0000-0000-000000000000}"/>
          </ac:spMkLst>
        </pc:spChg>
        <pc:spChg chg="add mod ord">
          <ac:chgData name="Mr. Himmu" userId="b09b5b51d18eb658" providerId="LiveId" clId="{12635415-A27E-40A9-8B48-82A8CAB0BCFB}" dt="2026-09-22T13:27:44.375" v="5092" actId="207"/>
          <ac:spMkLst>
            <pc:docMk/>
            <pc:sldMk cId="559639198" sldId="266"/>
            <ac:spMk id="11" creationId="{1608A628-CAE9-F646-DF68-CB3871174AD5}"/>
          </ac:spMkLst>
        </pc:spChg>
        <pc:spChg chg="add mod">
          <ac:chgData name="Mr. Himmu" userId="b09b5b51d18eb658" providerId="LiveId" clId="{12635415-A27E-40A9-8B48-82A8CAB0BCFB}" dt="2026-09-22T10:01:38.735" v="4665" actId="20577"/>
          <ac:spMkLst>
            <pc:docMk/>
            <pc:sldMk cId="559639198" sldId="266"/>
            <ac:spMk id="12" creationId="{E7F89B02-3ADA-93B1-FE1C-AFE9CA447E54}"/>
          </ac:spMkLst>
        </pc:spChg>
        <pc:spChg chg="add mod">
          <ac:chgData name="Mr. Himmu" userId="b09b5b51d18eb658" providerId="LiveId" clId="{12635415-A27E-40A9-8B48-82A8CAB0BCFB}" dt="2026-09-22T09:25:48.627" v="4578" actId="207"/>
          <ac:spMkLst>
            <pc:docMk/>
            <pc:sldMk cId="559639198" sldId="266"/>
            <ac:spMk id="19" creationId="{00000000-0000-0000-0000-000000000000}"/>
          </ac:spMkLst>
        </pc:spChg>
        <pc:spChg chg="add mod">
          <ac:chgData name="Mr. Himmu" userId="b09b5b51d18eb658" providerId="LiveId" clId="{12635415-A27E-40A9-8B48-82A8CAB0BCFB}" dt="2026-09-22T15:34:55.554" v="5158" actId="20577"/>
          <ac:spMkLst>
            <pc:docMk/>
            <pc:sldMk cId="559639198" sldId="266"/>
            <ac:spMk id="20" creationId="{00000000-0000-0000-0000-000000000000}"/>
          </ac:spMkLst>
        </pc:spChg>
      </pc:sldChg>
      <pc:sldChg chg="new del">
        <pc:chgData name="Mr. Himmu" userId="b09b5b51d18eb658" providerId="LiveId" clId="{12635415-A27E-40A9-8B48-82A8CAB0BCFB}" dt="2026-09-21T10:35:15.438" v="234" actId="2696"/>
        <pc:sldMkLst>
          <pc:docMk/>
          <pc:sldMk cId="2321028519" sldId="266"/>
        </pc:sldMkLst>
      </pc:sldChg>
      <pc:sldChg chg="addSp modSp add mod setBg modAnim">
        <pc:chgData name="Mr. Himmu" userId="b09b5b51d18eb658" providerId="LiveId" clId="{12635415-A27E-40A9-8B48-82A8CAB0BCFB}" dt="2026-09-22T15:34:38.313" v="5157" actId="1076"/>
        <pc:sldMkLst>
          <pc:docMk/>
          <pc:sldMk cId="0" sldId="267"/>
        </pc:sldMkLst>
        <pc:spChg chg="mod">
          <ac:chgData name="Mr. Himmu" userId="b09b5b51d18eb658" providerId="LiveId" clId="{12635415-A27E-40A9-8B48-82A8CAB0BCFB}" dt="2026-09-22T09:54:07.172" v="4592" actId="207"/>
          <ac:spMkLst>
            <pc:docMk/>
            <pc:sldMk cId="0" sldId="267"/>
            <ac:spMk id="5" creationId="{00000000-0000-0000-0000-000000000000}"/>
          </ac:spMkLst>
        </pc:spChg>
        <pc:spChg chg="mod">
          <ac:chgData name="Mr. Himmu" userId="b09b5b51d18eb658" providerId="LiveId" clId="{12635415-A27E-40A9-8B48-82A8CAB0BCFB}" dt="2026-09-22T14:15:52.529" v="5096" actId="403"/>
          <ac:spMkLst>
            <pc:docMk/>
            <pc:sldMk cId="0" sldId="267"/>
            <ac:spMk id="7" creationId="{00000000-0000-0000-0000-000000000000}"/>
          </ac:spMkLst>
        </pc:spChg>
        <pc:spChg chg="mod">
          <ac:chgData name="Mr. Himmu" userId="b09b5b51d18eb658" providerId="LiveId" clId="{12635415-A27E-40A9-8B48-82A8CAB0BCFB}" dt="2026-09-22T09:54:14.593" v="4593" actId="207"/>
          <ac:spMkLst>
            <pc:docMk/>
            <pc:sldMk cId="0" sldId="267"/>
            <ac:spMk id="8" creationId="{00000000-0000-0000-0000-000000000000}"/>
          </ac:spMkLst>
        </pc:spChg>
        <pc:spChg chg="mod">
          <ac:chgData name="Mr. Himmu" userId="b09b5b51d18eb658" providerId="LiveId" clId="{12635415-A27E-40A9-8B48-82A8CAB0BCFB}" dt="2026-09-22T15:34:38.313" v="5157" actId="1076"/>
          <ac:spMkLst>
            <pc:docMk/>
            <pc:sldMk cId="0" sldId="267"/>
            <ac:spMk id="10" creationId="{00000000-0000-0000-0000-000000000000}"/>
          </ac:spMkLst>
        </pc:spChg>
        <pc:spChg chg="mod">
          <ac:chgData name="Mr. Himmu" userId="b09b5b51d18eb658" providerId="LiveId" clId="{12635415-A27E-40A9-8B48-82A8CAB0BCFB}" dt="2026-09-22T09:54:17.444" v="4594" actId="207"/>
          <ac:spMkLst>
            <pc:docMk/>
            <pc:sldMk cId="0" sldId="267"/>
            <ac:spMk id="11" creationId="{00000000-0000-0000-0000-000000000000}"/>
          </ac:spMkLst>
        </pc:spChg>
        <pc:spChg chg="mod">
          <ac:chgData name="Mr. Himmu" userId="b09b5b51d18eb658" providerId="LiveId" clId="{12635415-A27E-40A9-8B48-82A8CAB0BCFB}" dt="2026-09-22T14:16:05.217" v="5100" actId="403"/>
          <ac:spMkLst>
            <pc:docMk/>
            <pc:sldMk cId="0" sldId="267"/>
            <ac:spMk id="13" creationId="{00000000-0000-0000-0000-000000000000}"/>
          </ac:spMkLst>
        </pc:spChg>
        <pc:spChg chg="mod">
          <ac:chgData name="Mr. Himmu" userId="b09b5b51d18eb658" providerId="LiveId" clId="{12635415-A27E-40A9-8B48-82A8CAB0BCFB}" dt="2026-09-22T09:54:20.043" v="4595" actId="207"/>
          <ac:spMkLst>
            <pc:docMk/>
            <pc:sldMk cId="0" sldId="267"/>
            <ac:spMk id="14" creationId="{00000000-0000-0000-0000-000000000000}"/>
          </ac:spMkLst>
        </pc:spChg>
        <pc:spChg chg="mod">
          <ac:chgData name="Mr. Himmu" userId="b09b5b51d18eb658" providerId="LiveId" clId="{12635415-A27E-40A9-8B48-82A8CAB0BCFB}" dt="2026-09-22T14:16:09.552" v="5102" actId="403"/>
          <ac:spMkLst>
            <pc:docMk/>
            <pc:sldMk cId="0" sldId="267"/>
            <ac:spMk id="16" creationId="{00000000-0000-0000-0000-000000000000}"/>
          </ac:spMkLst>
        </pc:spChg>
        <pc:spChg chg="mod">
          <ac:chgData name="Mr. Himmu" userId="b09b5b51d18eb658" providerId="LiveId" clId="{12635415-A27E-40A9-8B48-82A8CAB0BCFB}" dt="2026-09-22T14:16:19.976" v="5105" actId="403"/>
          <ac:spMkLst>
            <pc:docMk/>
            <pc:sldMk cId="0" sldId="267"/>
            <ac:spMk id="18" creationId="{00000000-0000-0000-0000-000000000000}"/>
          </ac:spMkLst>
        </pc:spChg>
        <pc:spChg chg="add mod">
          <ac:chgData name="Mr. Himmu" userId="b09b5b51d18eb658" providerId="LiveId" clId="{12635415-A27E-40A9-8B48-82A8CAB0BCFB}" dt="2026-09-22T10:01:31.888" v="4661" actId="20577"/>
          <ac:spMkLst>
            <pc:docMk/>
            <pc:sldMk cId="0" sldId="267"/>
            <ac:spMk id="19" creationId="{6CF5B6E0-0778-52F5-F42F-7DEA5296EE57}"/>
          </ac:spMkLst>
        </pc:spChg>
        <pc:spChg chg="add mod">
          <ac:chgData name="Mr. Himmu" userId="b09b5b51d18eb658" providerId="LiveId" clId="{12635415-A27E-40A9-8B48-82A8CAB0BCFB}" dt="2026-09-22T14:18:41.111" v="5145" actId="1076"/>
          <ac:spMkLst>
            <pc:docMk/>
            <pc:sldMk cId="0" sldId="267"/>
            <ac:spMk id="20" creationId="{887FAD5D-56C4-4999-F813-EB7E4486D183}"/>
          </ac:spMkLst>
        </pc:spChg>
      </pc:sldChg>
      <pc:sldChg chg="modSp add mod ord">
        <pc:chgData name="Mr. Himmu" userId="b09b5b51d18eb658" providerId="LiveId" clId="{12635415-A27E-40A9-8B48-82A8CAB0BCFB}" dt="2026-09-22T14:18:18.836" v="5143" actId="14100"/>
        <pc:sldMkLst>
          <pc:docMk/>
          <pc:sldMk cId="0" sldId="269"/>
        </pc:sldMkLst>
        <pc:spChg chg="mod">
          <ac:chgData name="Mr. Himmu" userId="b09b5b51d18eb658" providerId="LiveId" clId="{12635415-A27E-40A9-8B48-82A8CAB0BCFB}" dt="2026-09-22T14:18:18.836" v="5143" actId="14100"/>
          <ac:spMkLst>
            <pc:docMk/>
            <pc:sldMk cId="0" sldId="269"/>
            <ac:spMk id="34" creationId="{00000000-0000-0000-0000-000000000000}"/>
          </ac:spMkLst>
        </pc:spChg>
      </pc:sldChg>
      <pc:sldChg chg="new del">
        <pc:chgData name="Mr. Himmu" userId="b09b5b51d18eb658" providerId="LiveId" clId="{12635415-A27E-40A9-8B48-82A8CAB0BCFB}" dt="2026-09-22T13:10:43.931" v="5091" actId="680"/>
        <pc:sldMkLst>
          <pc:docMk/>
          <pc:sldMk cId="2560814287" sldId="270"/>
        </pc:sldMkLst>
      </pc:sldChg>
      <pc:sldMasterChg chg="modSldLayout">
        <pc:chgData name="Mr. Himmu" userId="b09b5b51d18eb658" providerId="LiveId" clId="{12635415-A27E-40A9-8B48-82A8CAB0BCFB}" dt="2026-09-22T09:53:20.738" v="4591"/>
        <pc:sldMasterMkLst>
          <pc:docMk/>
          <pc:sldMasterMk cId="2405087898" sldId="2147483662"/>
        </pc:sldMasterMkLst>
        <pc:sldLayoutChg chg="addSp delSp">
          <pc:chgData name="Mr. Himmu" userId="b09b5b51d18eb658" providerId="LiveId" clId="{12635415-A27E-40A9-8B48-82A8CAB0BCFB}" dt="2026-09-22T09:53:20.738" v="4591"/>
          <pc:sldLayoutMkLst>
            <pc:docMk/>
            <pc:sldMasterMk cId="2405087898" sldId="2147483662"/>
            <pc:sldLayoutMk cId="3550831516" sldId="2147483680"/>
          </pc:sldLayoutMkLst>
          <pc:spChg chg="add del">
            <ac:chgData name="Mr. Himmu" userId="b09b5b51d18eb658" providerId="LiveId" clId="{12635415-A27E-40A9-8B48-82A8CAB0BCFB}" dt="2026-09-22T09:53:20.738" v="4591"/>
            <ac:spMkLst>
              <pc:docMk/>
              <pc:sldMasterMk cId="2405087898" sldId="2147483662"/>
              <pc:sldLayoutMk cId="3550831516" sldId="2147483680"/>
              <ac:spMk id="3" creationId="{00000000-0000-0000-0000-000000000000}"/>
            </ac:spMkLst>
          </pc:spChg>
          <pc:picChg chg="add del">
            <ac:chgData name="Mr. Himmu" userId="b09b5b51d18eb658" providerId="LiveId" clId="{12635415-A27E-40A9-8B48-82A8CAB0BCFB}" dt="2026-09-22T09:53:20.738" v="4591"/>
            <ac:picMkLst>
              <pc:docMk/>
              <pc:sldMasterMk cId="2405087898" sldId="2147483662"/>
              <pc:sldLayoutMk cId="3550831516" sldId="2147483680"/>
              <ac:picMk id="2" creationId="{00000000-0000-0000-0000-000000000000}"/>
            </ac:picMkLst>
          </pc:picChg>
          <pc:picChg chg="add del">
            <ac:chgData name="Mr. Himmu" userId="b09b5b51d18eb658" providerId="LiveId" clId="{12635415-A27E-40A9-8B48-82A8CAB0BCFB}" dt="2026-09-22T09:53:20.738" v="4591"/>
            <ac:picMkLst>
              <pc:docMk/>
              <pc:sldMasterMk cId="2405087898" sldId="2147483662"/>
              <pc:sldLayoutMk cId="3550831516" sldId="2147483680"/>
              <ac:picMk id="4" creationId="{00000000-0000-0000-0000-000000000000}"/>
            </ac:picMkLst>
          </pc:picChg>
        </pc:sldLayoutChg>
      </pc:sldMasterChg>
      <pc:sldMasterChg chg="del delSldLayout">
        <pc:chgData name="Mr. Himmu" userId="b09b5b51d18eb658" providerId="LiveId" clId="{12635415-A27E-40A9-8B48-82A8CAB0BCFB}" dt="2026-09-22T09:05:45.807" v="3668" actId="2696"/>
        <pc:sldMasterMkLst>
          <pc:docMk/>
          <pc:sldMasterMk cId="4104421902" sldId="2147483679"/>
        </pc:sldMasterMkLst>
        <pc:sldLayoutChg chg="del">
          <pc:chgData name="Mr. Himmu" userId="b09b5b51d18eb658" providerId="LiveId" clId="{12635415-A27E-40A9-8B48-82A8CAB0BCFB}" dt="2026-09-22T09:05:45.807" v="3668" actId="2696"/>
          <pc:sldLayoutMkLst>
            <pc:docMk/>
            <pc:sldMasterMk cId="4104421902" sldId="2147483679"/>
            <pc:sldLayoutMk cId="2643153783" sldId="2147483680"/>
          </pc:sldLayoutMkLst>
        </pc:sldLayoutChg>
        <pc:sldLayoutChg chg="del">
          <pc:chgData name="Mr. Himmu" userId="b09b5b51d18eb658" providerId="LiveId" clId="{12635415-A27E-40A9-8B48-82A8CAB0BCFB}" dt="2026-09-22T09:05:45.807" v="3668" actId="2696"/>
          <pc:sldLayoutMkLst>
            <pc:docMk/>
            <pc:sldMasterMk cId="4104421902" sldId="2147483679"/>
            <pc:sldLayoutMk cId="4024687364" sldId="2147483681"/>
          </pc:sldLayoutMkLst>
        </pc:sldLayoutChg>
        <pc:sldLayoutChg chg="del">
          <pc:chgData name="Mr. Himmu" userId="b09b5b51d18eb658" providerId="LiveId" clId="{12635415-A27E-40A9-8B48-82A8CAB0BCFB}" dt="2026-09-22T09:05:45.807" v="3668" actId="2696"/>
          <pc:sldLayoutMkLst>
            <pc:docMk/>
            <pc:sldMasterMk cId="4104421902" sldId="2147483679"/>
            <pc:sldLayoutMk cId="3102552289" sldId="2147483682"/>
          </pc:sldLayoutMkLst>
        </pc:sldLayoutChg>
        <pc:sldLayoutChg chg="del">
          <pc:chgData name="Mr. Himmu" userId="b09b5b51d18eb658" providerId="LiveId" clId="{12635415-A27E-40A9-8B48-82A8CAB0BCFB}" dt="2026-09-22T09:05:45.807" v="3668" actId="2696"/>
          <pc:sldLayoutMkLst>
            <pc:docMk/>
            <pc:sldMasterMk cId="4104421902" sldId="2147483679"/>
            <pc:sldLayoutMk cId="772671190" sldId="2147483683"/>
          </pc:sldLayoutMkLst>
        </pc:sldLayoutChg>
        <pc:sldLayoutChg chg="del">
          <pc:chgData name="Mr. Himmu" userId="b09b5b51d18eb658" providerId="LiveId" clId="{12635415-A27E-40A9-8B48-82A8CAB0BCFB}" dt="2026-09-22T09:05:45.807" v="3668" actId="2696"/>
          <pc:sldLayoutMkLst>
            <pc:docMk/>
            <pc:sldMasterMk cId="4104421902" sldId="2147483679"/>
            <pc:sldLayoutMk cId="1471230238" sldId="2147483684"/>
          </pc:sldLayoutMkLst>
        </pc:sldLayoutChg>
        <pc:sldLayoutChg chg="del">
          <pc:chgData name="Mr. Himmu" userId="b09b5b51d18eb658" providerId="LiveId" clId="{12635415-A27E-40A9-8B48-82A8CAB0BCFB}" dt="2026-09-22T09:05:45.807" v="3668" actId="2696"/>
          <pc:sldLayoutMkLst>
            <pc:docMk/>
            <pc:sldMasterMk cId="4104421902" sldId="2147483679"/>
            <pc:sldLayoutMk cId="2535749338" sldId="2147483685"/>
          </pc:sldLayoutMkLst>
        </pc:sldLayoutChg>
        <pc:sldLayoutChg chg="del">
          <pc:chgData name="Mr. Himmu" userId="b09b5b51d18eb658" providerId="LiveId" clId="{12635415-A27E-40A9-8B48-82A8CAB0BCFB}" dt="2026-09-22T09:05:45.807" v="3668" actId="2696"/>
          <pc:sldLayoutMkLst>
            <pc:docMk/>
            <pc:sldMasterMk cId="4104421902" sldId="2147483679"/>
            <pc:sldLayoutMk cId="531627062" sldId="2147483686"/>
          </pc:sldLayoutMkLst>
        </pc:sldLayoutChg>
        <pc:sldLayoutChg chg="del">
          <pc:chgData name="Mr. Himmu" userId="b09b5b51d18eb658" providerId="LiveId" clId="{12635415-A27E-40A9-8B48-82A8CAB0BCFB}" dt="2026-09-22T09:05:45.807" v="3668" actId="2696"/>
          <pc:sldLayoutMkLst>
            <pc:docMk/>
            <pc:sldMasterMk cId="4104421902" sldId="2147483679"/>
            <pc:sldLayoutMk cId="1205035902" sldId="2147483687"/>
          </pc:sldLayoutMkLst>
        </pc:sldLayoutChg>
        <pc:sldLayoutChg chg="del">
          <pc:chgData name="Mr. Himmu" userId="b09b5b51d18eb658" providerId="LiveId" clId="{12635415-A27E-40A9-8B48-82A8CAB0BCFB}" dt="2026-09-22T09:05:45.807" v="3668" actId="2696"/>
          <pc:sldLayoutMkLst>
            <pc:docMk/>
            <pc:sldMasterMk cId="4104421902" sldId="2147483679"/>
            <pc:sldLayoutMk cId="4138515482" sldId="2147483688"/>
          </pc:sldLayoutMkLst>
        </pc:sldLayoutChg>
        <pc:sldLayoutChg chg="del">
          <pc:chgData name="Mr. Himmu" userId="b09b5b51d18eb658" providerId="LiveId" clId="{12635415-A27E-40A9-8B48-82A8CAB0BCFB}" dt="2026-09-22T09:05:45.807" v="3668" actId="2696"/>
          <pc:sldLayoutMkLst>
            <pc:docMk/>
            <pc:sldMasterMk cId="4104421902" sldId="2147483679"/>
            <pc:sldLayoutMk cId="506893857" sldId="2147483689"/>
          </pc:sldLayoutMkLst>
        </pc:sldLayoutChg>
        <pc:sldLayoutChg chg="del">
          <pc:chgData name="Mr. Himmu" userId="b09b5b51d18eb658" providerId="LiveId" clId="{12635415-A27E-40A9-8B48-82A8CAB0BCFB}" dt="2026-09-22T09:05:45.807" v="3668" actId="2696"/>
          <pc:sldLayoutMkLst>
            <pc:docMk/>
            <pc:sldMasterMk cId="4104421902" sldId="2147483679"/>
            <pc:sldLayoutMk cId="1543223749" sldId="2147483690"/>
          </pc:sldLayoutMkLst>
        </pc:sldLayoutChg>
        <pc:sldLayoutChg chg="del">
          <pc:chgData name="Mr. Himmu" userId="b09b5b51d18eb658" providerId="LiveId" clId="{12635415-A27E-40A9-8B48-82A8CAB0BCFB}" dt="2026-09-22T09:05:45.807" v="3668" actId="2696"/>
          <pc:sldLayoutMkLst>
            <pc:docMk/>
            <pc:sldMasterMk cId="4104421902" sldId="2147483679"/>
            <pc:sldLayoutMk cId="2406268986" sldId="2147483691"/>
          </pc:sldLayoutMkLst>
        </pc:sldLayoutChg>
        <pc:sldLayoutChg chg="del">
          <pc:chgData name="Mr. Himmu" userId="b09b5b51d18eb658" providerId="LiveId" clId="{12635415-A27E-40A9-8B48-82A8CAB0BCFB}" dt="2026-09-22T09:05:45.807" v="3668" actId="2696"/>
          <pc:sldLayoutMkLst>
            <pc:docMk/>
            <pc:sldMasterMk cId="4104421902" sldId="2147483679"/>
            <pc:sldLayoutMk cId="684333274" sldId="2147483692"/>
          </pc:sldLayoutMkLst>
        </pc:sldLayoutChg>
        <pc:sldLayoutChg chg="del">
          <pc:chgData name="Mr. Himmu" userId="b09b5b51d18eb658" providerId="LiveId" clId="{12635415-A27E-40A9-8B48-82A8CAB0BCFB}" dt="2026-09-22T09:05:45.807" v="3668" actId="2696"/>
          <pc:sldLayoutMkLst>
            <pc:docMk/>
            <pc:sldMasterMk cId="4104421902" sldId="2147483679"/>
            <pc:sldLayoutMk cId="3141885412" sldId="2147483693"/>
          </pc:sldLayoutMkLst>
        </pc:sldLayoutChg>
        <pc:sldLayoutChg chg="del">
          <pc:chgData name="Mr. Himmu" userId="b09b5b51d18eb658" providerId="LiveId" clId="{12635415-A27E-40A9-8B48-82A8CAB0BCFB}" dt="2026-09-22T09:05:45.807" v="3668" actId="2696"/>
          <pc:sldLayoutMkLst>
            <pc:docMk/>
            <pc:sldMasterMk cId="4104421902" sldId="2147483679"/>
            <pc:sldLayoutMk cId="2425788020" sldId="2147483694"/>
          </pc:sldLayoutMkLst>
        </pc:sldLayoutChg>
        <pc:sldLayoutChg chg="del">
          <pc:chgData name="Mr. Himmu" userId="b09b5b51d18eb658" providerId="LiveId" clId="{12635415-A27E-40A9-8B48-82A8CAB0BCFB}" dt="2026-09-22T09:05:45.807" v="3668" actId="2696"/>
          <pc:sldLayoutMkLst>
            <pc:docMk/>
            <pc:sldMasterMk cId="4104421902" sldId="2147483679"/>
            <pc:sldLayoutMk cId="1482301049" sldId="2147483695"/>
          </pc:sldLayoutMkLst>
        </pc:sldLayoutChg>
        <pc:sldLayoutChg chg="del">
          <pc:chgData name="Mr. Himmu" userId="b09b5b51d18eb658" providerId="LiveId" clId="{12635415-A27E-40A9-8B48-82A8CAB0BCFB}" dt="2026-09-22T09:05:45.807" v="3668" actId="2696"/>
          <pc:sldLayoutMkLst>
            <pc:docMk/>
            <pc:sldMasterMk cId="4104421902" sldId="2147483679"/>
            <pc:sldLayoutMk cId="1108765803" sldId="2147483696"/>
          </pc:sldLayoutMkLst>
        </pc:sldLayoutChg>
      </pc:sldMasterChg>
      <pc:sldMasterChg chg="modSldLayout">
        <pc:chgData name="Mr. Himmu" userId="b09b5b51d18eb658" providerId="LiveId" clId="{12635415-A27E-40A9-8B48-82A8CAB0BCFB}" dt="2026-09-22T13:10:43.379" v="5090"/>
        <pc:sldMasterMkLst>
          <pc:docMk/>
          <pc:sldMasterMk cId="3121767212" sldId="2147483681"/>
        </pc:sldMasterMkLst>
        <pc:sldLayoutChg chg="addSp delSp">
          <pc:chgData name="Mr. Himmu" userId="b09b5b51d18eb658" providerId="LiveId" clId="{12635415-A27E-40A9-8B48-82A8CAB0BCFB}" dt="2026-09-22T13:10:43.379" v="5090"/>
          <pc:sldLayoutMkLst>
            <pc:docMk/>
            <pc:sldMasterMk cId="3121767212" sldId="2147483681"/>
            <pc:sldLayoutMk cId="3658666495" sldId="2147483693"/>
          </pc:sldLayoutMkLst>
          <pc:spChg chg="add del">
            <ac:chgData name="Mr. Himmu" userId="b09b5b51d18eb658" providerId="LiveId" clId="{12635415-A27E-40A9-8B48-82A8CAB0BCFB}" dt="2026-09-22T13:10:43.379" v="5090"/>
            <ac:spMkLst>
              <pc:docMk/>
              <pc:sldMasterMk cId="3121767212" sldId="2147483681"/>
              <pc:sldLayoutMk cId="3658666495" sldId="2147483693"/>
              <ac:spMk id="3" creationId="{00000000-0000-0000-0000-000000000000}"/>
            </ac:spMkLst>
          </pc:spChg>
          <pc:picChg chg="add del">
            <ac:chgData name="Mr. Himmu" userId="b09b5b51d18eb658" providerId="LiveId" clId="{12635415-A27E-40A9-8B48-82A8CAB0BCFB}" dt="2026-09-22T13:10:43.379" v="5090"/>
            <ac:picMkLst>
              <pc:docMk/>
              <pc:sldMasterMk cId="3121767212" sldId="2147483681"/>
              <pc:sldLayoutMk cId="3658666495" sldId="2147483693"/>
              <ac:picMk id="2" creationId="{00000000-0000-0000-0000-000000000000}"/>
            </ac:picMkLst>
          </pc:picChg>
          <pc:picChg chg="add del">
            <ac:chgData name="Mr. Himmu" userId="b09b5b51d18eb658" providerId="LiveId" clId="{12635415-A27E-40A9-8B48-82A8CAB0BCFB}" dt="2026-09-22T13:10:43.379" v="5090"/>
            <ac:picMkLst>
              <pc:docMk/>
              <pc:sldMasterMk cId="3121767212" sldId="2147483681"/>
              <pc:sldLayoutMk cId="3658666495" sldId="2147483693"/>
              <ac:picMk id="4" creationId="{00000000-0000-0000-0000-000000000000}"/>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47C793-69DF-4746-BB76-6FDB441F994E}"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DD0785-BA7B-4169-B70C-71A32FEB0DF6}" type="slidenum">
              <a:rPr lang="en-US" smtClean="0"/>
              <a:t>‹#›</a:t>
            </a:fld>
            <a:endParaRPr lang="en-US"/>
          </a:p>
        </p:txBody>
      </p:sp>
    </p:spTree>
    <p:extLst>
      <p:ext uri="{BB962C8B-B14F-4D97-AF65-F5344CB8AC3E}">
        <p14:creationId xmlns:p14="http://schemas.microsoft.com/office/powerpoint/2010/main" val="4066073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95447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1A852-21B4-713A-BA45-B7480C4F29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412D253-5CDE-3103-D88E-2F2F99167D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9B73DE1-F2E9-1B55-A01A-038E06EA1997}"/>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DE7DE07A-E0E9-2C4F-7190-8F77A1D844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98D22A-8436-796E-AA16-DFEECD8635DD}"/>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2068616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92971-352E-66E4-CBC4-58467410B8E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15D00B-907A-7AB6-083F-09F4CC16218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475EC5-E97E-581F-B02A-F5FCE13B6D6A}"/>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8230706B-804E-956D-C642-19DE567DFB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407B56-9F5F-9BC0-D2A8-EC474FB6DFB1}"/>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613314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D0BBE-B8FE-1FD0-03B9-A85263EA63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592664D-DF1D-51E3-4D56-AEC010DE64C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3ABB2EA-072C-62DC-6746-A47931710FF1}"/>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7CAFFCB8-FED5-56DB-FC06-B3F7D1222C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A6D373-15DE-9424-C169-E56B49ECA844}"/>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3640828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A7D65-6224-9155-88C1-13814A9846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C2705E-172B-A012-92CA-CD3CCA2A7C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5697265-4A7F-23F4-2C6F-028B6DEF75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671AC7E-E767-34E7-E564-F88398098C55}"/>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a:extLst>
              <a:ext uri="{FF2B5EF4-FFF2-40B4-BE49-F238E27FC236}">
                <a16:creationId xmlns:a16="http://schemas.microsoft.com/office/drawing/2014/main" id="{81329093-5405-E201-EBA5-FF8A2A7EE6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D9A507-987A-9E7B-4BC6-24027B51A973}"/>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4176429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996EA-7B2B-E3A2-E6C7-AAF7325BAC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44FE1B-59B9-2760-947D-2D9E4AA1C21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DD99377-D5DF-D5C9-3E60-05DF8C254E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7F6BBD-CF53-AC8C-FE6A-73D3E1F11B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25A3-9AFC-F700-BEEA-ECBFD18142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BD470CB-AE9B-1803-62FB-A3D4AF9041AC}"/>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8" name="Footer Placeholder 7">
            <a:extLst>
              <a:ext uri="{FF2B5EF4-FFF2-40B4-BE49-F238E27FC236}">
                <a16:creationId xmlns:a16="http://schemas.microsoft.com/office/drawing/2014/main" id="{DD5C818D-0424-A802-75EC-1CBD1D5558B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F03191D-FF21-C724-7234-1989F179A5FE}"/>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4265042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98170-DCEA-D305-5136-219518F7AC3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2E610CE-7666-9DBD-5DA7-B99795F716F6}"/>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4" name="Footer Placeholder 3">
            <a:extLst>
              <a:ext uri="{FF2B5EF4-FFF2-40B4-BE49-F238E27FC236}">
                <a16:creationId xmlns:a16="http://schemas.microsoft.com/office/drawing/2014/main" id="{AC02151F-30A3-06B2-46CE-43BC13C692B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6136531-9136-0D0E-75E6-DD6F47603D41}"/>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909473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BE61F4-9332-2120-8AF5-4C5FB07B51B9}"/>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3" name="Footer Placeholder 2">
            <a:extLst>
              <a:ext uri="{FF2B5EF4-FFF2-40B4-BE49-F238E27FC236}">
                <a16:creationId xmlns:a16="http://schemas.microsoft.com/office/drawing/2014/main" id="{45449D36-CAE4-90FB-9FAD-8B303B4E752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193C41-F5D4-C944-419A-14E0BC7B1252}"/>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0775143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843C7-0C53-B4C8-6776-970842CC07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4BAD9A-9D62-BE64-A881-C7CA8B771A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EB7435-5257-4212-B611-335CEBE823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381FFB-6FDF-FE1D-2E96-868CEDC91E93}"/>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a:extLst>
              <a:ext uri="{FF2B5EF4-FFF2-40B4-BE49-F238E27FC236}">
                <a16:creationId xmlns:a16="http://schemas.microsoft.com/office/drawing/2014/main" id="{26EC64D4-C3F6-B746-B9BB-BA5AAC857B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A2E9AA-F0D2-6CBC-7B09-1EB10A13377C}"/>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531871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38D5B-2B6F-02C1-9E1C-D0A41F71AB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6C5E381-BE44-2E44-5AA6-B2676D708D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9AFAA8-6BEB-B575-C5EA-4E8F4F43C1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F0ACCD-7533-1EF4-077E-E353FA6E3628}"/>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a:extLst>
              <a:ext uri="{FF2B5EF4-FFF2-40B4-BE49-F238E27FC236}">
                <a16:creationId xmlns:a16="http://schemas.microsoft.com/office/drawing/2014/main" id="{00E46E9B-1D29-169B-6E97-3ACEA40F7C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E54E42-16A9-D442-B438-2F863C18AE47}"/>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140389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F071F-9D33-6C1B-4879-FC88C05AFBA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C93FB29-573D-676E-6D54-09E4D76DE4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04CA62-4880-CF85-C4C0-9EE503006B4A}"/>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0B797DA4-8E00-3261-34F8-531C937A47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F195A8-653F-48B1-C6D3-293A9ABB04DC}"/>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740287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A65AC47-E434-9283-3686-B3F3BF6A27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3C8075C-06B0-34EC-7E36-08F8497AF97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844985-C4BE-860B-6922-D88F906284F8}"/>
              </a:ext>
            </a:extLst>
          </p:cNvPr>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7D66AD90-A4A5-C321-1EB3-E9E04144D0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E060E8-35DB-2731-7213-629C6F45DB06}"/>
              </a:ext>
            </a:extLst>
          </p:cNvPr>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130613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30303">
              <a:alpha val="75000"/>
            </a:srgbClr>
          </a:solidFill>
          <a:ln/>
        </p:spPr>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extLst>
      <p:ext uri="{BB962C8B-B14F-4D97-AF65-F5344CB8AC3E}">
        <p14:creationId xmlns:p14="http://schemas.microsoft.com/office/powerpoint/2010/main" val="39106912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5860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5518972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6776481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5827463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015076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FA6A039-00BB-448C-87AA-FDE913A245E1}"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7923698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23039122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56027149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7173617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21234943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FA6A039-00BB-448C-87AA-FDE913A245E1}"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9135688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42292811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3788078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1075857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54179033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80568337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16290222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A6A039-00BB-448C-87AA-FDE913A245E1}"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6CF3018-146C-48F0-9638-5AE8725C8AD3}" type="slidenum">
              <a:rPr lang="en-US" smtClean="0"/>
              <a:t>‹#›</a:t>
            </a:fld>
            <a:endParaRPr lang="en-US"/>
          </a:p>
        </p:txBody>
      </p:sp>
    </p:spTree>
    <p:extLst>
      <p:ext uri="{BB962C8B-B14F-4D97-AF65-F5344CB8AC3E}">
        <p14:creationId xmlns:p14="http://schemas.microsoft.com/office/powerpoint/2010/main" val="32311439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12993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slideLayout" Target="../slideLayouts/slideLayout31.xml"/><Relationship Id="rId3" Type="http://schemas.openxmlformats.org/officeDocument/2006/relationships/slideLayout" Target="../slideLayouts/slideLayout16.xml"/><Relationship Id="rId21" Type="http://schemas.openxmlformats.org/officeDocument/2006/relationships/image" Target="../media/image5.png"/><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20" Type="http://schemas.openxmlformats.org/officeDocument/2006/relationships/image" Target="../media/image4.png"/><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23" Type="http://schemas.openxmlformats.org/officeDocument/2006/relationships/image" Target="../media/image7.png"/><Relationship Id="rId10" Type="http://schemas.openxmlformats.org/officeDocument/2006/relationships/slideLayout" Target="../slideLayouts/slideLayout23.xml"/><Relationship Id="rId19" Type="http://schemas.openxmlformats.org/officeDocument/2006/relationships/theme" Target="../theme/theme2.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 Id="rId22"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746E77-C47C-CDAA-14D8-A1037AA2E9D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A7A129-9638-20B2-ABA7-055BF1CA55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925A7E-E21D-64FD-E2D8-0033AF09D6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FA6A039-00BB-448C-87AA-FDE913A245E1}" type="datetimeFigureOut">
              <a:rPr lang="en-US" smtClean="0"/>
              <a:t>9/23/2026</a:t>
            </a:fld>
            <a:endParaRPr lang="en-US"/>
          </a:p>
        </p:txBody>
      </p:sp>
      <p:sp>
        <p:nvSpPr>
          <p:cNvPr id="5" name="Footer Placeholder 4">
            <a:extLst>
              <a:ext uri="{FF2B5EF4-FFF2-40B4-BE49-F238E27FC236}">
                <a16:creationId xmlns:a16="http://schemas.microsoft.com/office/drawing/2014/main" id="{96E97510-33D5-BB52-6F81-1958331BEB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899C1E4-E215-0BC7-933B-15F98160E6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6CF3018-146C-48F0-9638-5AE8725C8AD3}" type="slidenum">
              <a:rPr lang="en-US" smtClean="0"/>
              <a:t>‹#›</a:t>
            </a:fld>
            <a:endParaRPr lang="en-US"/>
          </a:p>
        </p:txBody>
      </p:sp>
    </p:spTree>
    <p:extLst>
      <p:ext uri="{BB962C8B-B14F-4D97-AF65-F5344CB8AC3E}">
        <p14:creationId xmlns:p14="http://schemas.microsoft.com/office/powerpoint/2010/main" val="12363154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0">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1">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2">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3">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DFA6A039-00BB-448C-87AA-FDE913A245E1}" type="datetimeFigureOut">
              <a:rPr lang="en-US" smtClean="0"/>
              <a:t>9/23/2026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6CF3018-146C-48F0-9638-5AE8725C8AD3}" type="slidenum">
              <a:rPr lang="en-US" smtClean="0"/>
              <a:t>‹#›</a:t>
            </a:fld>
            <a:endParaRPr lang="en-US"/>
          </a:p>
        </p:txBody>
      </p:sp>
    </p:spTree>
    <p:extLst>
      <p:ext uri="{BB962C8B-B14F-4D97-AF65-F5344CB8AC3E}">
        <p14:creationId xmlns:p14="http://schemas.microsoft.com/office/powerpoint/2010/main" val="2739751257"/>
      </p:ext>
    </p:extLst>
  </p:cSld>
  <p:clrMap bg1="dk1" tx1="lt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1.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F4057AC-2125-5FA0-D8C2-1EF88D1B31DC}"/>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13368"/>
            <a:ext cx="12192000" cy="6844632"/>
          </a:xfrm>
          <a:prstGeom prst="rect">
            <a:avLst/>
          </a:prstGeom>
          <a:ln>
            <a:noFill/>
          </a:ln>
          <a:effectLst>
            <a:outerShdw blurRad="292100" dist="139700" dir="2700000" algn="tl" rotWithShape="0">
              <a:srgbClr val="333333">
                <a:alpha val="65000"/>
              </a:srgbClr>
            </a:outerShdw>
          </a:effectLst>
        </p:spPr>
      </p:pic>
      <p:pic>
        <p:nvPicPr>
          <p:cNvPr id="3" name="Image 0" descr="preencoded.png">
            <a:extLst>
              <a:ext uri="{FF2B5EF4-FFF2-40B4-BE49-F238E27FC236}">
                <a16:creationId xmlns:a16="http://schemas.microsoft.com/office/drawing/2014/main" id="{9D10107F-E44F-DA9E-614A-2367A8C8EC5E}"/>
              </a:ext>
            </a:extLst>
          </p:cNvPr>
          <p:cNvPicPr>
            <a:picLocks noChangeAspect="1"/>
          </p:cNvPicPr>
          <p:nvPr/>
        </p:nvPicPr>
        <p:blipFill>
          <a:blip r:embed="rId4"/>
          <a:stretch>
            <a:fillRect/>
          </a:stretch>
        </p:blipFill>
        <p:spPr>
          <a:xfrm rot="16200000">
            <a:off x="5251577" y="-75151"/>
            <a:ext cx="1688841" cy="12192002"/>
          </a:xfrm>
          <a:prstGeom prst="rect">
            <a:avLst/>
          </a:prstGeom>
        </p:spPr>
      </p:pic>
      <p:sp>
        <p:nvSpPr>
          <p:cNvPr id="5" name="Text 2"/>
          <p:cNvSpPr/>
          <p:nvPr/>
        </p:nvSpPr>
        <p:spPr>
          <a:xfrm>
            <a:off x="5233360" y="2462113"/>
            <a:ext cx="6296860" cy="590649"/>
          </a:xfrm>
          <a:prstGeom prst="rect">
            <a:avLst/>
          </a:prstGeom>
          <a:noFill/>
          <a:ln/>
        </p:spPr>
        <p:txBody>
          <a:bodyPr wrap="none" lIns="0" tIns="0" rIns="0" bIns="0" rtlCol="0" anchor="t"/>
          <a:lstStyle/>
          <a:p>
            <a:pPr marL="0" indent="0" algn="l">
              <a:lnSpc>
                <a:spcPct val="104000"/>
              </a:lnSpc>
              <a:buNone/>
            </a:pPr>
            <a:endParaRPr lang="en-US" sz="3700" dirty="0"/>
          </a:p>
        </p:txBody>
      </p:sp>
      <p:sp>
        <p:nvSpPr>
          <p:cNvPr id="6" name="Text 3"/>
          <p:cNvSpPr/>
          <p:nvPr/>
        </p:nvSpPr>
        <p:spPr>
          <a:xfrm>
            <a:off x="5233360" y="3336230"/>
            <a:ext cx="6296860" cy="1422301"/>
          </a:xfrm>
          <a:prstGeom prst="rect">
            <a:avLst/>
          </a:prstGeom>
          <a:noFill/>
          <a:ln/>
        </p:spPr>
        <p:txBody>
          <a:bodyPr wrap="square" lIns="0" tIns="0" rIns="0" bIns="0" rtlCol="0" anchor="t">
            <a:normAutofit/>
          </a:bodyPr>
          <a:lstStyle/>
          <a:p>
            <a:pPr marL="0" indent="0" algn="l">
              <a:lnSpc>
                <a:spcPct val="133000"/>
              </a:lnSpc>
              <a:spcAft>
                <a:spcPts val="1650"/>
              </a:spcAft>
              <a:buNone/>
            </a:pPr>
            <a:endParaRPr lang="en-US" sz="1450" dirty="0"/>
          </a:p>
        </p:txBody>
      </p:sp>
      <p:sp>
        <p:nvSpPr>
          <p:cNvPr id="9" name="Shape 0"/>
          <p:cNvSpPr/>
          <p:nvPr/>
        </p:nvSpPr>
        <p:spPr>
          <a:xfrm>
            <a:off x="4367997" y="3566817"/>
            <a:ext cx="3742467" cy="284107"/>
          </a:xfrm>
          <a:prstGeom prst="roundRect">
            <a:avLst>
              <a:gd name="adj" fmla="val 47396"/>
            </a:avLst>
          </a:prstGeom>
          <a:solidFill>
            <a:srgbClr val="4B1E01"/>
          </a:solidFill>
          <a:ln/>
        </p:spPr>
        <p:txBody>
          <a:bodyPr/>
          <a:lstStyle/>
          <a:p>
            <a:endParaRPr lang="en-US" dirty="0"/>
          </a:p>
        </p:txBody>
      </p:sp>
      <p:sp>
        <p:nvSpPr>
          <p:cNvPr id="4" name="Text 1"/>
          <p:cNvSpPr/>
          <p:nvPr/>
        </p:nvSpPr>
        <p:spPr>
          <a:xfrm>
            <a:off x="4464931" y="3630630"/>
            <a:ext cx="4126979" cy="234836"/>
          </a:xfrm>
          <a:prstGeom prst="rect">
            <a:avLst/>
          </a:prstGeom>
          <a:noFill/>
          <a:ln/>
        </p:spPr>
        <p:txBody>
          <a:bodyPr wrap="none" lIns="0" tIns="0" rIns="0" bIns="0" rtlCol="0" anchor="t"/>
          <a:lstStyle/>
          <a:p>
            <a:pPr marL="0" indent="0" algn="l">
              <a:lnSpc>
                <a:spcPct val="96000"/>
              </a:lnSpc>
              <a:buNone/>
            </a:pPr>
            <a:r>
              <a:rPr lang="en-US" sz="1150" dirty="0">
                <a:solidFill>
                  <a:srgbClr val="E5E0DF"/>
                </a:solidFill>
                <a:latin typeface="Roboto" pitchFamily="34" charset="0"/>
                <a:ea typeface="Roboto" pitchFamily="34" charset="-122"/>
                <a:cs typeface="Roboto" pitchFamily="34" charset="-120"/>
              </a:rPr>
              <a:t>IRAN–ISRAEL CONFLICT · MIDDLE EASTERN CRISIS</a:t>
            </a:r>
            <a:endParaRPr lang="en-US" sz="1150" dirty="0"/>
          </a:p>
        </p:txBody>
      </p:sp>
      <p:sp>
        <p:nvSpPr>
          <p:cNvPr id="10" name="Text 3">
            <a:extLst>
              <a:ext uri="{FF2B5EF4-FFF2-40B4-BE49-F238E27FC236}">
                <a16:creationId xmlns:a16="http://schemas.microsoft.com/office/drawing/2014/main" id="{08BAFAF0-C568-1360-B70B-8A08E1AC09C2}"/>
              </a:ext>
            </a:extLst>
          </p:cNvPr>
          <p:cNvSpPr/>
          <p:nvPr/>
        </p:nvSpPr>
        <p:spPr>
          <a:xfrm>
            <a:off x="2852664" y="-192398"/>
            <a:ext cx="10515600" cy="1234440"/>
          </a:xfrm>
          <a:prstGeom prst="rect">
            <a:avLst/>
          </a:prstGeom>
          <a:noFill/>
          <a:ln/>
        </p:spPr>
        <p:txBody>
          <a:bodyPr wrap="square" rtlCol="0" anchor="ctr"/>
          <a:lstStyle/>
          <a:p>
            <a:pPr marL="0" indent="0">
              <a:buNone/>
            </a:pPr>
            <a:r>
              <a:rPr lang="en-US" sz="5400" b="1" strike="sngStrike" spc="300" dirty="0">
                <a:solidFill>
                  <a:srgbClr val="800000"/>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The 2026 Iran War</a:t>
            </a:r>
            <a:endParaRPr lang="en-US" sz="5400" b="1" strike="sngStrike" spc="300" dirty="0">
              <a:solidFill>
                <a:srgbClr val="800000"/>
              </a:solidFill>
              <a:effectLst>
                <a:outerShdw blurRad="38100" dist="38100" dir="2700000" algn="tl">
                  <a:srgbClr val="000000">
                    <a:alpha val="43137"/>
                  </a:srgbClr>
                </a:outerShdw>
              </a:effectLst>
            </a:endParaRPr>
          </a:p>
        </p:txBody>
      </p:sp>
      <p:sp>
        <p:nvSpPr>
          <p:cNvPr id="12" name="TextBox 11">
            <a:extLst>
              <a:ext uri="{FF2B5EF4-FFF2-40B4-BE49-F238E27FC236}">
                <a16:creationId xmlns:a16="http://schemas.microsoft.com/office/drawing/2014/main" id="{B3631F45-09AD-77E9-43E7-2FEF66784E98}"/>
              </a:ext>
            </a:extLst>
          </p:cNvPr>
          <p:cNvSpPr txBox="1"/>
          <p:nvPr/>
        </p:nvSpPr>
        <p:spPr>
          <a:xfrm>
            <a:off x="7023798" y="1426729"/>
            <a:ext cx="2964264" cy="2215991"/>
          </a:xfrm>
          <a:prstGeom prst="rect">
            <a:avLst/>
          </a:prstGeom>
          <a:noFill/>
        </p:spPr>
        <p:txBody>
          <a:bodyPr wrap="square" rtlCol="0">
            <a:spAutoFit/>
          </a:bodyPr>
          <a:lstStyle/>
          <a:p>
            <a:r>
              <a:rPr lang="en-US" sz="13800" dirty="0">
                <a:solidFill>
                  <a:srgbClr val="FFCC66"/>
                </a:solidFill>
                <a:effectLst>
                  <a:outerShdw blurRad="38100" dist="38100" dir="2700000" algn="tl">
                    <a:srgbClr val="000000">
                      <a:alpha val="43137"/>
                    </a:srgbClr>
                  </a:outerShdw>
                </a:effectLst>
                <a:latin typeface="Algerian" panose="04020705040A02060702" pitchFamily="82" charset="0"/>
              </a:rPr>
              <a:t>-</a:t>
            </a:r>
          </a:p>
        </p:txBody>
      </p:sp>
      <p:sp>
        <p:nvSpPr>
          <p:cNvPr id="17" name="Shape 24">
            <a:extLst>
              <a:ext uri="{FF2B5EF4-FFF2-40B4-BE49-F238E27FC236}">
                <a16:creationId xmlns:a16="http://schemas.microsoft.com/office/drawing/2014/main" id="{19F8C433-5FAF-EC40-53A7-54E9D87A3EC8}"/>
              </a:ext>
            </a:extLst>
          </p:cNvPr>
          <p:cNvSpPr/>
          <p:nvPr/>
        </p:nvSpPr>
        <p:spPr>
          <a:xfrm>
            <a:off x="7381918" y="5692112"/>
            <a:ext cx="4765295" cy="1134217"/>
          </a:xfrm>
          <a:prstGeom prst="roundRect">
            <a:avLst>
              <a:gd name="adj" fmla="val 15385"/>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a:lstStyle/>
          <a:p>
            <a:endParaRPr lang="en-US" dirty="0"/>
          </a:p>
        </p:txBody>
      </p:sp>
      <p:sp>
        <p:nvSpPr>
          <p:cNvPr id="18" name="TextBox 17">
            <a:extLst>
              <a:ext uri="{FF2B5EF4-FFF2-40B4-BE49-F238E27FC236}">
                <a16:creationId xmlns:a16="http://schemas.microsoft.com/office/drawing/2014/main" id="{0D92257F-0571-65F9-6C56-9E599071FDC0}"/>
              </a:ext>
            </a:extLst>
          </p:cNvPr>
          <p:cNvSpPr txBox="1"/>
          <p:nvPr/>
        </p:nvSpPr>
        <p:spPr>
          <a:xfrm>
            <a:off x="9417889" y="6259221"/>
            <a:ext cx="3114989" cy="461665"/>
          </a:xfrm>
          <a:prstGeom prst="rect">
            <a:avLst/>
          </a:prstGeom>
          <a:noFill/>
        </p:spPr>
        <p:txBody>
          <a:bodyPr wrap="square" rtlCol="0">
            <a:spAutoFit/>
          </a:bodyPr>
          <a:lstStyle/>
          <a:p>
            <a:r>
              <a:rPr lang="en-US" sz="2400" b="1" dirty="0">
                <a:solidFill>
                  <a:srgbClr val="FFCC66"/>
                </a:solidFill>
                <a:effectLst>
                  <a:outerShdw blurRad="38100" dist="38100" dir="2700000" algn="tl">
                    <a:srgbClr val="000000">
                      <a:alpha val="43137"/>
                    </a:srgbClr>
                  </a:outerShdw>
                </a:effectLst>
              </a:rPr>
              <a:t>Section :</a:t>
            </a:r>
            <a:r>
              <a:rPr lang="en-US" sz="2400" dirty="0">
                <a:solidFill>
                  <a:schemeClr val="accent2">
                    <a:lumMod val="40000"/>
                    <a:lumOff val="60000"/>
                  </a:schemeClr>
                </a:solidFill>
              </a:rPr>
              <a:t> </a:t>
            </a:r>
            <a:r>
              <a:rPr lang="en-US" sz="2400" b="1" dirty="0">
                <a:solidFill>
                  <a:srgbClr val="A50021"/>
                </a:solidFill>
                <a:effectLst>
                  <a:outerShdw blurRad="38100" dist="38100" dir="2700000" algn="tl">
                    <a:srgbClr val="000000">
                      <a:alpha val="43137"/>
                    </a:srgbClr>
                  </a:outerShdw>
                </a:effectLst>
              </a:rPr>
              <a:t>Tesla</a:t>
            </a:r>
          </a:p>
        </p:txBody>
      </p:sp>
      <p:sp>
        <p:nvSpPr>
          <p:cNvPr id="19" name="TextBox 18">
            <a:extLst>
              <a:ext uri="{FF2B5EF4-FFF2-40B4-BE49-F238E27FC236}">
                <a16:creationId xmlns:a16="http://schemas.microsoft.com/office/drawing/2014/main" id="{B0A177D7-F471-8C3E-9A79-53DA84DC8A93}"/>
              </a:ext>
            </a:extLst>
          </p:cNvPr>
          <p:cNvSpPr txBox="1"/>
          <p:nvPr/>
        </p:nvSpPr>
        <p:spPr>
          <a:xfrm>
            <a:off x="8338664" y="5919689"/>
            <a:ext cx="2561357" cy="461665"/>
          </a:xfrm>
          <a:prstGeom prst="rect">
            <a:avLst/>
          </a:prstGeom>
          <a:noFill/>
        </p:spPr>
        <p:txBody>
          <a:bodyPr wrap="square" rtlCol="0">
            <a:spAutoFit/>
          </a:bodyPr>
          <a:lstStyle/>
          <a:p>
            <a:r>
              <a:rPr lang="en-US" sz="2400" b="1" dirty="0">
                <a:solidFill>
                  <a:srgbClr val="FFCC66"/>
                </a:solidFill>
                <a:effectLst>
                  <a:outerShdw blurRad="38100" dist="38100" dir="2700000" algn="tl">
                    <a:srgbClr val="000000">
                      <a:alpha val="43137"/>
                    </a:srgbClr>
                  </a:outerShdw>
                </a:effectLst>
              </a:rPr>
              <a:t>Subject Teacher</a:t>
            </a:r>
            <a:r>
              <a:rPr lang="en-US" sz="2000" b="1" dirty="0">
                <a:solidFill>
                  <a:srgbClr val="FFCC66"/>
                </a:solidFill>
                <a:effectLst>
                  <a:outerShdw blurRad="38100" dist="38100" dir="2700000" algn="tl">
                    <a:srgbClr val="000000">
                      <a:alpha val="43137"/>
                    </a:srgbClr>
                  </a:outerShdw>
                </a:effectLst>
              </a:rPr>
              <a:t> :</a:t>
            </a:r>
          </a:p>
        </p:txBody>
      </p:sp>
      <p:sp>
        <p:nvSpPr>
          <p:cNvPr id="20" name="TextBox 19">
            <a:extLst>
              <a:ext uri="{FF2B5EF4-FFF2-40B4-BE49-F238E27FC236}">
                <a16:creationId xmlns:a16="http://schemas.microsoft.com/office/drawing/2014/main" id="{5D5C4950-BA27-B9C9-81B6-09C6F41D0E0A}"/>
              </a:ext>
            </a:extLst>
          </p:cNvPr>
          <p:cNvSpPr txBox="1"/>
          <p:nvPr/>
        </p:nvSpPr>
        <p:spPr>
          <a:xfrm>
            <a:off x="10721311" y="5919689"/>
            <a:ext cx="2647740" cy="461665"/>
          </a:xfrm>
          <a:prstGeom prst="rect">
            <a:avLst/>
          </a:prstGeom>
          <a:noFill/>
        </p:spPr>
        <p:txBody>
          <a:bodyPr wrap="square" rtlCol="0">
            <a:spAutoFit/>
          </a:bodyPr>
          <a:lstStyle/>
          <a:p>
            <a:r>
              <a:rPr lang="en-US" sz="2400" b="1" dirty="0">
                <a:solidFill>
                  <a:srgbClr val="A50021"/>
                </a:solidFill>
                <a:effectLst>
                  <a:outerShdw blurRad="38100" dist="38100" dir="2700000" algn="tl">
                    <a:srgbClr val="000000">
                      <a:alpha val="43137"/>
                    </a:srgbClr>
                  </a:outerShdw>
                </a:effectLst>
              </a:rPr>
              <a:t>Mr. </a:t>
            </a:r>
            <a:r>
              <a:rPr lang="en-US" sz="2400" b="1" dirty="0" err="1">
                <a:solidFill>
                  <a:srgbClr val="A50021"/>
                </a:solidFill>
                <a:effectLst>
                  <a:outerShdw blurRad="38100" dist="38100" dir="2700000" algn="tl">
                    <a:srgbClr val="000000">
                      <a:alpha val="43137"/>
                    </a:srgbClr>
                  </a:outerShdw>
                </a:effectLst>
              </a:rPr>
              <a:t>Aujee</a:t>
            </a:r>
            <a:endParaRPr lang="en-US" sz="2400" b="1" dirty="0">
              <a:solidFill>
                <a:srgbClr val="A50021"/>
              </a:solidFill>
              <a:effectLst>
                <a:outerShdw blurRad="38100" dist="38100" dir="2700000" algn="tl">
                  <a:srgbClr val="000000">
                    <a:alpha val="43137"/>
                  </a:srgbClr>
                </a:outerShdw>
              </a:effectLst>
            </a:endParaRPr>
          </a:p>
        </p:txBody>
      </p:sp>
      <p:sp>
        <p:nvSpPr>
          <p:cNvPr id="28" name="Shape 2">
            <a:extLst>
              <a:ext uri="{FF2B5EF4-FFF2-40B4-BE49-F238E27FC236}">
                <a16:creationId xmlns:a16="http://schemas.microsoft.com/office/drawing/2014/main" id="{B9AE35EC-4BE5-E365-5F61-2F76624B900F}"/>
              </a:ext>
            </a:extLst>
          </p:cNvPr>
          <p:cNvSpPr/>
          <p:nvPr/>
        </p:nvSpPr>
        <p:spPr>
          <a:xfrm>
            <a:off x="9666592" y="2178645"/>
            <a:ext cx="45720" cy="45720"/>
          </a:xfrm>
          <a:prstGeom prst="ellipse">
            <a:avLst/>
          </a:prstGeom>
          <a:solidFill>
            <a:srgbClr val="3A3F44"/>
          </a:solidFill>
          <a:ln/>
        </p:spPr>
      </p:sp>
      <p:sp>
        <p:nvSpPr>
          <p:cNvPr id="32" name="TextBox 31">
            <a:extLst>
              <a:ext uri="{FF2B5EF4-FFF2-40B4-BE49-F238E27FC236}">
                <a16:creationId xmlns:a16="http://schemas.microsoft.com/office/drawing/2014/main" id="{5719A5AD-6264-0E88-B0F0-92E3DCB55488}"/>
              </a:ext>
            </a:extLst>
          </p:cNvPr>
          <p:cNvSpPr txBox="1"/>
          <p:nvPr/>
        </p:nvSpPr>
        <p:spPr>
          <a:xfrm>
            <a:off x="3878779" y="980315"/>
            <a:ext cx="4211649" cy="120032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a:spAutoFit/>
          </a:bodyPr>
          <a:lstStyle/>
          <a:p>
            <a:pPr marL="0" indent="0" algn="ctr">
              <a:buNone/>
            </a:pPr>
            <a:r>
              <a:rPr lang="en-US" sz="3600" b="1" dirty="0">
                <a:solidFill>
                  <a:schemeClr val="accent4"/>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Himanshu </a:t>
            </a:r>
            <a:r>
              <a:rPr lang="en-US" sz="3600" b="1" dirty="0" err="1">
                <a:solidFill>
                  <a:schemeClr val="accent4"/>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Bist</a:t>
            </a:r>
            <a:r>
              <a:rPr lang="en-US" sz="3600" b="1" dirty="0">
                <a:solidFill>
                  <a:schemeClr val="accent4"/>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 </a:t>
            </a:r>
            <a:r>
              <a:rPr lang="en-US" sz="3600" b="1" dirty="0">
                <a:solidFill>
                  <a:srgbClr val="39D353"/>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Presents</a:t>
            </a:r>
            <a:r>
              <a:rPr lang="en-US" sz="3600" b="1" dirty="0">
                <a:solidFill>
                  <a:schemeClr val="accent2"/>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a:t>
            </a:r>
            <a:endParaRPr lang="en-US" sz="3600" b="1" dirty="0">
              <a:solidFill>
                <a:schemeClr val="accent2"/>
              </a:solidFill>
              <a:effectLst>
                <a:outerShdw blurRad="38100" dist="38100" dir="2700000" algn="tl">
                  <a:srgbClr val="000000">
                    <a:alpha val="43137"/>
                  </a:srgbClr>
                </a:outerShdw>
              </a:effectLst>
            </a:endParaRPr>
          </a:p>
        </p:txBody>
      </p:sp>
      <p:sp>
        <p:nvSpPr>
          <p:cNvPr id="33" name="Shape 24">
            <a:extLst>
              <a:ext uri="{FF2B5EF4-FFF2-40B4-BE49-F238E27FC236}">
                <a16:creationId xmlns:a16="http://schemas.microsoft.com/office/drawing/2014/main" id="{04B0532B-8E6A-212C-6075-99A6D9B7FB00}"/>
              </a:ext>
            </a:extLst>
          </p:cNvPr>
          <p:cNvSpPr/>
          <p:nvPr/>
        </p:nvSpPr>
        <p:spPr>
          <a:xfrm>
            <a:off x="3570445" y="1001365"/>
            <a:ext cx="4765295" cy="1134217"/>
          </a:xfrm>
          <a:prstGeom prst="roundRect">
            <a:avLst>
              <a:gd name="adj" fmla="val 15385"/>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a:lstStyle/>
          <a:p>
            <a:endParaRPr lang="en-US" dirty="0"/>
          </a:p>
        </p:txBody>
      </p:sp>
      <p:sp>
        <p:nvSpPr>
          <p:cNvPr id="2" name="TextBox 1">
            <a:extLst>
              <a:ext uri="{FF2B5EF4-FFF2-40B4-BE49-F238E27FC236}">
                <a16:creationId xmlns:a16="http://schemas.microsoft.com/office/drawing/2014/main" id="{06365237-624A-7DD4-477F-8B5EDB7BC8A5}"/>
              </a:ext>
            </a:extLst>
          </p:cNvPr>
          <p:cNvSpPr txBox="1"/>
          <p:nvPr/>
        </p:nvSpPr>
        <p:spPr>
          <a:xfrm>
            <a:off x="11363473" y="115613"/>
            <a:ext cx="1026085" cy="276999"/>
          </a:xfrm>
          <a:prstGeom prst="rect">
            <a:avLst/>
          </a:prstGeom>
          <a:noFill/>
        </p:spPr>
        <p:txBody>
          <a:bodyPr wrap="square" lIns="0" tIns="0" rIns="0" bIns="0" anchor="t">
            <a:spAutoFit/>
          </a:bodyPr>
          <a:lstStyle/>
          <a:p>
            <a:pPr algn="l"/>
            <a:r>
              <a:rPr b="1" i="0" u="none" dirty="0">
                <a:solidFill>
                  <a:srgbClr val="64748B"/>
                </a:solidFill>
                <a:effectLst>
                  <a:outerShdw blurRad="38100" dist="38100" dir="2700000" algn="tl">
                    <a:srgbClr val="000000">
                      <a:alpha val="43137"/>
                    </a:srgbClr>
                  </a:outerShdw>
                </a:effectLst>
                <a:latin typeface="Inter"/>
              </a:rPr>
              <a:t>0</a:t>
            </a:r>
            <a:r>
              <a:rPr lang="en-US" b="1" i="0" u="none" dirty="0">
                <a:solidFill>
                  <a:srgbClr val="64748B"/>
                </a:solidFill>
                <a:effectLst>
                  <a:outerShdw blurRad="38100" dist="38100" dir="2700000" algn="tl">
                    <a:srgbClr val="000000">
                      <a:alpha val="43137"/>
                    </a:srgbClr>
                  </a:outerShdw>
                </a:effectLst>
                <a:latin typeface="Inter"/>
              </a:rPr>
              <a:t>1</a:t>
            </a:r>
            <a:r>
              <a:rPr b="1" i="0" u="none" dirty="0">
                <a:solidFill>
                  <a:srgbClr val="64748B"/>
                </a:solidFill>
                <a:effectLst>
                  <a:outerShdw blurRad="38100" dist="38100" dir="2700000" algn="tl">
                    <a:srgbClr val="000000">
                      <a:alpha val="43137"/>
                    </a:srgbClr>
                  </a:outerShdw>
                </a:effectLst>
                <a:latin typeface="Inter"/>
              </a:rPr>
              <a:t> / 0</a:t>
            </a:r>
            <a:r>
              <a:rPr lang="en-US" b="1" i="0" u="none" dirty="0">
                <a:solidFill>
                  <a:srgbClr val="64748B"/>
                </a:solidFill>
                <a:effectLst>
                  <a:outerShdw blurRad="38100" dist="38100" dir="2700000" algn="tl">
                    <a:srgbClr val="000000">
                      <a:alpha val="43137"/>
                    </a:srgbClr>
                  </a:outerShdw>
                </a:effectLst>
                <a:latin typeface="Inter"/>
              </a:rPr>
              <a:t>9</a:t>
            </a:r>
            <a:endParaRPr b="1" i="0" u="none" dirty="0">
              <a:solidFill>
                <a:srgbClr val="64748B"/>
              </a:solidFill>
              <a:effectLst>
                <a:outerShdw blurRad="38100" dist="38100" dir="2700000" algn="tl">
                  <a:srgbClr val="000000">
                    <a:alpha val="43137"/>
                  </a:srgbClr>
                </a:outerShdw>
              </a:effectLst>
              <a:latin typeface="Inter"/>
            </a:endParaRPr>
          </a:p>
        </p:txBody>
      </p:sp>
      <p:sp>
        <p:nvSpPr>
          <p:cNvPr id="7" name="Text 32">
            <a:extLst>
              <a:ext uri="{FF2B5EF4-FFF2-40B4-BE49-F238E27FC236}">
                <a16:creationId xmlns:a16="http://schemas.microsoft.com/office/drawing/2014/main" id="{8C4BA234-8847-90D5-0496-84AE9115D7BE}"/>
              </a:ext>
            </a:extLst>
          </p:cNvPr>
          <p:cNvSpPr/>
          <p:nvPr/>
        </p:nvSpPr>
        <p:spPr>
          <a:xfrm>
            <a:off x="0" y="6409392"/>
            <a:ext cx="3231095" cy="320040"/>
          </a:xfrm>
          <a:prstGeom prst="rect">
            <a:avLst/>
          </a:prstGeom>
          <a:noFill/>
          <a:ln/>
        </p:spPr>
        <p:txBody>
          <a:bodyPr wrap="square" rtlCol="0" anchor="ctr"/>
          <a:lstStyle/>
          <a:p>
            <a:pPr marL="0" indent="0">
              <a:buNone/>
            </a:pPr>
            <a:r>
              <a:rPr lang="en-US" sz="1100" b="1" dirty="0">
                <a:solidFill>
                  <a:srgbClr val="6E7681"/>
                </a:solidFill>
                <a:effectLst>
                  <a:outerShdw blurRad="38100" dist="38100" dir="2700000" algn="tl">
                    <a:srgbClr val="000000">
                      <a:alpha val="43137"/>
                    </a:srgbClr>
                  </a:outerShdw>
                </a:effectLst>
                <a:latin typeface="Courier New" pitchFamily="34" charset="0"/>
                <a:ea typeface="Courier New" pitchFamily="34" charset="-122"/>
                <a:cs typeface="Courier New" pitchFamily="34" charset="-120"/>
              </a:rPr>
              <a:t>The Iran WAR·  Compulsory English·</a:t>
            </a:r>
            <a:endParaRPr lang="en-US" sz="1100" b="1" dirty="0">
              <a:effectLst>
                <a:outerShdw blurRad="38100" dist="38100" dir="2700000" algn="tl">
                  <a:srgbClr val="000000">
                    <a:alpha val="43137"/>
                  </a:srgbClr>
                </a:outerShdw>
              </a:effectLst>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3250"/>
                                        <p:tgtEl>
                                          <p:spTgt spid="10">
                                            <p:txEl>
                                              <p:pRg st="0" end="0"/>
                                            </p:txEl>
                                          </p:spTgt>
                                        </p:tgtEl>
                                      </p:cBhvr>
                                    </p:animEffect>
                                  </p:childTnLst>
                                </p:cTn>
                              </p:par>
                            </p:childTnLst>
                          </p:cTn>
                        </p:par>
                        <p:par>
                          <p:cTn id="8" fill="hold">
                            <p:stCondLst>
                              <p:cond delay="3250"/>
                            </p:stCondLst>
                            <p:childTnLst>
                              <p:par>
                                <p:cTn id="9" presetID="10" presetClass="entr" presetSubtype="0" fill="hold" nodeType="afterEffect">
                                  <p:stCondLst>
                                    <p:cond delay="0"/>
                                  </p:stCondLst>
                                  <p:childTnLst>
                                    <p:set>
                                      <p:cBhvr>
                                        <p:cTn id="10" dur="1" fill="hold">
                                          <p:stCondLst>
                                            <p:cond delay="0"/>
                                          </p:stCondLst>
                                        </p:cTn>
                                        <p:tgtEl>
                                          <p:spTgt spid="32">
                                            <p:txEl>
                                              <p:pRg st="0" end="0"/>
                                            </p:txEl>
                                          </p:spTgt>
                                        </p:tgtEl>
                                        <p:attrNameLst>
                                          <p:attrName>style.visibility</p:attrName>
                                        </p:attrNameLst>
                                      </p:cBhvr>
                                      <p:to>
                                        <p:strVal val="visible"/>
                                      </p:to>
                                    </p:set>
                                    <p:animEffect transition="in" filter="fade">
                                      <p:cBhvr>
                                        <p:cTn id="11" dur="2500"/>
                                        <p:tgtEl>
                                          <p:spTgt spid="32">
                                            <p:txEl>
                                              <p:pRg st="0" end="0"/>
                                            </p:txEl>
                                          </p:spTgt>
                                        </p:tgtEl>
                                      </p:cBhvr>
                                    </p:animEffect>
                                  </p:childTnLst>
                                </p:cTn>
                              </p:par>
                            </p:childTnLst>
                          </p:cTn>
                        </p:par>
                        <p:par>
                          <p:cTn id="12" fill="hold">
                            <p:stCondLst>
                              <p:cond delay="5750"/>
                            </p:stCondLst>
                            <p:childTnLst>
                              <p:par>
                                <p:cTn id="13" presetID="22" presetClass="entr" presetSubtype="4" fill="hold" nodeType="after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wipe(down)">
                                      <p:cBhvr>
                                        <p:cTn id="15"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EC445928-4F4D-6AD4-05C5-8AE215AA1DD1}"/>
              </a:ext>
            </a:extLst>
          </p:cNvPr>
          <p:cNvSpPr/>
          <p:nvPr/>
        </p:nvSpPr>
        <p:spPr>
          <a:xfrm>
            <a:off x="11093380" y="6385520"/>
            <a:ext cx="1098620" cy="4724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Shape 0"/>
          <p:cNvSpPr/>
          <p:nvPr/>
        </p:nvSpPr>
        <p:spPr>
          <a:xfrm>
            <a:off x="167951" y="281095"/>
            <a:ext cx="1160500" cy="207466"/>
          </a:xfrm>
          <a:prstGeom prst="roundRect">
            <a:avLst>
              <a:gd name="adj" fmla="val 47389"/>
            </a:avLst>
          </a:prstGeom>
          <a:noFill/>
          <a:ln w="12700">
            <a:solidFill>
              <a:srgbClr val="FC8337"/>
            </a:solidFill>
            <a:prstDash val="solid"/>
          </a:ln>
        </p:spPr>
      </p:sp>
      <p:sp>
        <p:nvSpPr>
          <p:cNvPr id="3" name="Text 1"/>
          <p:cNvSpPr/>
          <p:nvPr/>
        </p:nvSpPr>
        <p:spPr>
          <a:xfrm>
            <a:off x="315599" y="332093"/>
            <a:ext cx="1408474" cy="156468"/>
          </a:xfrm>
          <a:prstGeom prst="rect">
            <a:avLst/>
          </a:prstGeom>
          <a:noFill/>
          <a:ln/>
        </p:spPr>
        <p:txBody>
          <a:bodyPr wrap="none" lIns="0" tIns="0" rIns="0" bIns="0" rtlCol="0" anchor="t"/>
          <a:lstStyle/>
          <a:p>
            <a:pPr marL="0" indent="0" algn="l">
              <a:lnSpc>
                <a:spcPct val="96000"/>
              </a:lnSpc>
              <a:buNone/>
            </a:pPr>
            <a:r>
              <a:rPr lang="en-US" sz="1050" dirty="0">
                <a:solidFill>
                  <a:srgbClr val="FC8337"/>
                </a:solidFill>
                <a:latin typeface="Roboto" pitchFamily="34" charset="0"/>
                <a:ea typeface="Roboto" pitchFamily="34" charset="-122"/>
                <a:cs typeface="Roboto" pitchFamily="34" charset="-120"/>
              </a:rPr>
              <a:t>BACKGROUND</a:t>
            </a:r>
            <a:endParaRPr lang="en-US" sz="1050" dirty="0"/>
          </a:p>
        </p:txBody>
      </p:sp>
      <p:pic>
        <p:nvPicPr>
          <p:cNvPr id="5" name="Image 0" descr="preencoded.png"/>
          <p:cNvPicPr>
            <a:picLocks noChangeAspect="1"/>
          </p:cNvPicPr>
          <p:nvPr/>
        </p:nvPicPr>
        <p:blipFill>
          <a:blip r:embed="rId3"/>
          <a:stretch>
            <a:fillRect/>
          </a:stretch>
        </p:blipFill>
        <p:spPr>
          <a:xfrm>
            <a:off x="3729457" y="3886243"/>
            <a:ext cx="4945117" cy="2939143"/>
          </a:xfrm>
          <a:prstGeom prst="rect">
            <a:avLst/>
          </a:prstGeom>
        </p:spPr>
      </p:pic>
      <p:sp>
        <p:nvSpPr>
          <p:cNvPr id="10" name="TextBox 9">
            <a:extLst>
              <a:ext uri="{FF2B5EF4-FFF2-40B4-BE49-F238E27FC236}">
                <a16:creationId xmlns:a16="http://schemas.microsoft.com/office/drawing/2014/main" id="{D2238A6C-2A42-F027-4A7A-F5E680566130}"/>
              </a:ext>
            </a:extLst>
          </p:cNvPr>
          <p:cNvSpPr txBox="1"/>
          <p:nvPr/>
        </p:nvSpPr>
        <p:spPr>
          <a:xfrm>
            <a:off x="80745" y="438102"/>
            <a:ext cx="3608340" cy="461665"/>
          </a:xfrm>
          <a:prstGeom prst="rect">
            <a:avLst/>
          </a:prstGeom>
          <a:noFill/>
        </p:spPr>
        <p:txBody>
          <a:bodyPr wrap="square" rtlCol="0">
            <a:spAutoFit/>
          </a:bodyPr>
          <a:lstStyle/>
          <a:p>
            <a:r>
              <a:rPr lang="en-US" sz="2400" b="1" u="sng" dirty="0">
                <a:solidFill>
                  <a:srgbClr val="FFCC66"/>
                </a:solidFill>
                <a:effectLst>
                  <a:outerShdw blurRad="38100" dist="38100" dir="2700000" algn="tl">
                    <a:srgbClr val="000000">
                      <a:alpha val="43137"/>
                    </a:srgbClr>
                  </a:outerShdw>
                </a:effectLst>
                <a:latin typeface="Google Sans"/>
              </a:rPr>
              <a:t>Chain of the current War</a:t>
            </a:r>
            <a:endParaRPr lang="en-US" sz="2400" b="1" u="sng" dirty="0">
              <a:solidFill>
                <a:srgbClr val="FFCC66"/>
              </a:solidFill>
              <a:effectLst>
                <a:outerShdw blurRad="38100" dist="38100" dir="2700000" algn="tl">
                  <a:srgbClr val="000000">
                    <a:alpha val="43137"/>
                  </a:srgbClr>
                </a:outerShdw>
              </a:effectLst>
            </a:endParaRPr>
          </a:p>
        </p:txBody>
      </p:sp>
      <p:sp>
        <p:nvSpPr>
          <p:cNvPr id="6" name="Rectangle 2">
            <a:extLst>
              <a:ext uri="{FF2B5EF4-FFF2-40B4-BE49-F238E27FC236}">
                <a16:creationId xmlns:a16="http://schemas.microsoft.com/office/drawing/2014/main" id="{2C55514A-7942-2659-2715-597D9011F234}"/>
              </a:ext>
            </a:extLst>
          </p:cNvPr>
          <p:cNvSpPr>
            <a:spLocks noChangeArrowheads="1"/>
          </p:cNvSpPr>
          <p:nvPr/>
        </p:nvSpPr>
        <p:spPr bwMode="auto">
          <a:xfrm>
            <a:off x="3803780" y="346009"/>
            <a:ext cx="10673664"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strike="noStrike" cap="none" normalizeH="0" baseline="0" dirty="0">
                <a:ln>
                  <a:noFill/>
                </a:ln>
                <a:solidFill>
                  <a:schemeClr val="accent2">
                    <a:lumMod val="75000"/>
                  </a:schemeClr>
                </a:solidFill>
                <a:effectLst>
                  <a:outerShdw blurRad="38100" dist="38100" dir="2700000" algn="tl">
                    <a:srgbClr val="000000">
                      <a:alpha val="43137"/>
                    </a:srgbClr>
                  </a:outerShdw>
                </a:effectLst>
                <a:latin typeface="Arial" panose="020B0604020202020204" pitchFamily="34" charset="0"/>
              </a:rPr>
              <a:t>1941 – Operation Countenance: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Anglo-Soviet forces invade Iran to secure</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oil fields and open the Persian Corridor </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supply route to the USSR.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strike="noStrike" cap="none" normalizeH="0" baseline="0" dirty="0">
                <a:ln>
                  <a:noFill/>
                </a:ln>
                <a:solidFill>
                  <a:schemeClr val="accent2">
                    <a:lumMod val="75000"/>
                  </a:schemeClr>
                </a:solidFill>
                <a:effectLst>
                  <a:outerShdw blurRad="38100" dist="38100" dir="2700000" algn="tl">
                    <a:srgbClr val="000000">
                      <a:alpha val="43137"/>
                    </a:srgbClr>
                  </a:outerShdw>
                </a:effectLst>
                <a:latin typeface="Arial" panose="020B0604020202020204" pitchFamily="34" charset="0"/>
              </a:rPr>
              <a:t>1945–1950s – Petro-Security Alliances: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U.S. establishes security-for-oil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agreements across the Middle </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East, anchoring oil sales to </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U.S. dollar in</a:t>
            </a: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exchange for military</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protection.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strike="noStrike" cap="none" normalizeH="0" baseline="0" dirty="0">
                <a:ln>
                  <a:noFill/>
                </a:ln>
                <a:solidFill>
                  <a:schemeClr val="accent2">
                    <a:lumMod val="75000"/>
                  </a:schemeClr>
                </a:solidFill>
                <a:effectLst>
                  <a:outerShdw blurRad="38100" dist="38100" dir="2700000" algn="tl">
                    <a:srgbClr val="000000">
                      <a:alpha val="43137"/>
                    </a:srgbClr>
                  </a:outerShdw>
                </a:effectLst>
                <a:latin typeface="Arial" panose="020B0604020202020204" pitchFamily="34" charset="0"/>
              </a:rPr>
              <a:t>1951 – Oil Nationalization: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Prime Minister Mohammad Mossadegh</a:t>
            </a:r>
            <a:endPar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nationalizes</a:t>
            </a: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Iran's oil industry, breaking British</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oil concessions.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strike="noStrike" cap="none" normalizeH="0" baseline="0" dirty="0">
                <a:ln>
                  <a:noFill/>
                </a:ln>
                <a:solidFill>
                  <a:schemeClr val="accent2">
                    <a:lumMod val="75000"/>
                  </a:schemeClr>
                </a:solidFill>
                <a:effectLst>
                  <a:outerShdw blurRad="38100" dist="38100" dir="2700000" algn="tl">
                    <a:srgbClr val="000000">
                      <a:alpha val="43137"/>
                    </a:srgbClr>
                  </a:outerShdw>
                </a:effectLst>
                <a:latin typeface="Arial" panose="020B0604020202020204" pitchFamily="34" charset="0"/>
              </a:rPr>
              <a:t>1953 – Operation Ajax (Coup): </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U.S. and British intelligence overthrow</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Mossadegh, reinstating the US Puppet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Shah Mohammad Reza Pahlavi and securing</a:t>
            </a:r>
            <a:r>
              <a:rPr lang="en-US" altLang="en-US" b="1" dirty="0">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1"/>
                </a:solidFill>
                <a:effectLst>
                  <a:outerShdw blurRad="38100" dist="38100" dir="2700000" algn="tl">
                    <a:srgbClr val="000000">
                      <a:alpha val="43137"/>
                    </a:srgbClr>
                  </a:outerShdw>
                </a:effectLst>
                <a:latin typeface="Arial" panose="020B0604020202020204" pitchFamily="34" charset="0"/>
              </a:rPr>
              <a:t>Western oil </a:t>
            </a:r>
            <a:r>
              <a:rPr kumimoji="0" lang="en-US" altLang="en-US" sz="1800" b="1" strike="noStrike" cap="none" normalizeH="0" baseline="0" dirty="0">
                <a:ln>
                  <a:noFill/>
                </a:ln>
                <a:solidFill>
                  <a:schemeClr val="bg2">
                    <a:lumMod val="90000"/>
                  </a:schemeClr>
                </a:solidFill>
                <a:effectLst>
                  <a:outerShdw blurRad="38100" dist="38100" dir="2700000" algn="tl">
                    <a:srgbClr val="000000">
                      <a:alpha val="43137"/>
                    </a:srgbClr>
                  </a:outerShdw>
                </a:effectLst>
                <a:latin typeface="Arial" panose="020B0604020202020204" pitchFamily="34" charset="0"/>
              </a:rPr>
              <a:t>an</a:t>
            </a:r>
            <a:r>
              <a:rPr kumimoji="0" lang="en-US" altLang="en-US" sz="1800" b="1" strike="noStrike" cap="none" normalizeH="0" baseline="0" dirty="0">
                <a:ln>
                  <a:noFill/>
                </a:ln>
                <a:solidFill>
                  <a:schemeClr val="tx1">
                    <a:lumMod val="50000"/>
                    <a:lumOff val="50000"/>
                  </a:schemeClr>
                </a:solidFill>
                <a:effectLst>
                  <a:outerShdw blurRad="38100" dist="38100" dir="2700000" algn="tl">
                    <a:srgbClr val="000000">
                      <a:alpha val="43137"/>
                    </a:srgbClr>
                  </a:outerShdw>
                </a:effectLst>
                <a:latin typeface="Arial" panose="020B0604020202020204" pitchFamily="34" charset="0"/>
              </a:rPr>
              <a:t>d nuclear agreements for </a:t>
            </a:r>
          </a:p>
          <a:p>
            <a:pPr marL="0" marR="0" lvl="0" indent="0" algn="l" defTabSz="914400" rtl="0" eaLnBrk="0" fontAlgn="base" latinLnBrk="0" hangingPunct="0">
              <a:lnSpc>
                <a:spcPct val="100000"/>
              </a:lnSpc>
              <a:spcBef>
                <a:spcPct val="0"/>
              </a:spcBef>
              <a:spcAft>
                <a:spcPct val="0"/>
              </a:spcAft>
              <a:buClrTx/>
              <a:buSzTx/>
              <a:tabLst/>
            </a:pPr>
            <a:r>
              <a:rPr lang="en-US" altLang="en-US" b="1" dirty="0">
                <a:solidFill>
                  <a:schemeClr val="bg1"/>
                </a:solidFill>
                <a:effectLst>
                  <a:outerShdw blurRad="38100" dist="38100" dir="2700000" algn="tl">
                    <a:srgbClr val="000000">
                      <a:alpha val="43137"/>
                    </a:srgbClr>
                  </a:outerShdw>
                </a:effectLst>
                <a:latin typeface="Arial" panose="020B0604020202020204" pitchFamily="34" charset="0"/>
              </a:rPr>
              <a:t>                                                     </a:t>
            </a:r>
            <a:r>
              <a:rPr kumimoji="0" lang="en-US" altLang="en-US" sz="1800" b="1" strike="noStrike" cap="none" normalizeH="0" baseline="0" dirty="0">
                <a:ln>
                  <a:noFill/>
                </a:ln>
                <a:solidFill>
                  <a:schemeClr val="bg1"/>
                </a:solidFill>
                <a:effectLst>
                  <a:outerShdw blurRad="38100" dist="38100" dir="2700000" algn="tl">
                    <a:srgbClr val="000000">
                      <a:alpha val="43137"/>
                    </a:srgbClr>
                  </a:outerShdw>
                </a:effectLst>
                <a:latin typeface="Arial" panose="020B0604020202020204" pitchFamily="34" charset="0"/>
              </a:rPr>
              <a:t>electricity</a:t>
            </a:r>
            <a:r>
              <a:rPr kumimoji="0" lang="en-US" altLang="en-US" sz="1800" b="1" strike="noStrike" cap="none" normalizeH="0" baseline="0" dirty="0">
                <a:ln>
                  <a:noFill/>
                </a:ln>
                <a:solidFill>
                  <a:schemeClr val="bg2">
                    <a:lumMod val="50000"/>
                  </a:schemeClr>
                </a:solidFill>
                <a:effectLst>
                  <a:outerShdw blurRad="38100" dist="38100" dir="2700000" algn="tl">
                    <a:srgbClr val="000000">
                      <a:alpha val="43137"/>
                    </a:srgbClr>
                  </a:outerShdw>
                </a:effectLst>
                <a:latin typeface="Arial" panose="020B0604020202020204" pitchFamily="34" charset="0"/>
              </a:rPr>
              <a:t>.</a:t>
            </a:r>
          </a:p>
        </p:txBody>
      </p:sp>
      <p:pic>
        <p:nvPicPr>
          <p:cNvPr id="1026" name="Picture 2" descr="A person in a suit and tie&#10;&#10;AI-generated content may be incorrect.">
            <a:extLst>
              <a:ext uri="{FF2B5EF4-FFF2-40B4-BE49-F238E27FC236}">
                <a16:creationId xmlns:a16="http://schemas.microsoft.com/office/drawing/2014/main" id="{0E1BC8B1-00D8-535F-9173-859733B016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72" y="899767"/>
            <a:ext cx="3689085" cy="49508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28F5E7B-E543-9D4C-F0D4-D44EB9096983}"/>
              </a:ext>
            </a:extLst>
          </p:cNvPr>
          <p:cNvSpPr txBox="1"/>
          <p:nvPr/>
        </p:nvSpPr>
        <p:spPr>
          <a:xfrm>
            <a:off x="506581" y="5841304"/>
            <a:ext cx="3297199" cy="923330"/>
          </a:xfrm>
          <a:prstGeom prst="rect">
            <a:avLst/>
          </a:prstGeom>
          <a:noFill/>
        </p:spPr>
        <p:txBody>
          <a:bodyPr wrap="square" rtlCol="0">
            <a:spAutoFit/>
          </a:bodyPr>
          <a:lstStyle/>
          <a:p>
            <a:r>
              <a:rPr lang="en-US" b="1" dirty="0">
                <a:solidFill>
                  <a:schemeClr val="accent1">
                    <a:lumMod val="20000"/>
                    <a:lumOff val="80000"/>
                  </a:schemeClr>
                </a:solidFill>
                <a:effectLst>
                  <a:outerShdw blurRad="38100" dist="38100" dir="2700000" algn="tl">
                    <a:srgbClr val="000000">
                      <a:alpha val="43137"/>
                    </a:srgbClr>
                  </a:outerShdw>
                </a:effectLst>
              </a:rPr>
              <a:t>Mohammad Mossadegh</a:t>
            </a:r>
            <a:br>
              <a:rPr lang="en-US" b="1" dirty="0">
                <a:solidFill>
                  <a:schemeClr val="accent1">
                    <a:lumMod val="20000"/>
                    <a:lumOff val="80000"/>
                  </a:schemeClr>
                </a:solidFill>
                <a:effectLst>
                  <a:outerShdw blurRad="38100" dist="38100" dir="2700000" algn="tl">
                    <a:srgbClr val="000000">
                      <a:alpha val="43137"/>
                    </a:srgbClr>
                  </a:outerShdw>
                </a:effectLst>
              </a:rPr>
            </a:br>
            <a:r>
              <a:rPr lang="en-US" b="1" dirty="0">
                <a:solidFill>
                  <a:schemeClr val="accent1">
                    <a:lumMod val="20000"/>
                    <a:lumOff val="80000"/>
                  </a:schemeClr>
                </a:solidFill>
                <a:effectLst>
                  <a:outerShdw blurRad="38100" dist="38100" dir="2700000" algn="tl">
                    <a:srgbClr val="000000">
                      <a:alpha val="43137"/>
                    </a:srgbClr>
                  </a:outerShdw>
                </a:effectLst>
              </a:rPr>
              <a:t>PM of Iran (Tenure: 1950 to               </a:t>
            </a:r>
          </a:p>
          <a:p>
            <a:r>
              <a:rPr lang="en-US" b="1" dirty="0">
                <a:solidFill>
                  <a:schemeClr val="accent1">
                    <a:lumMod val="20000"/>
                    <a:lumOff val="80000"/>
                  </a:schemeClr>
                </a:solidFill>
                <a:effectLst>
                  <a:outerShdw blurRad="38100" dist="38100" dir="2700000" algn="tl">
                    <a:srgbClr val="000000">
                      <a:alpha val="43137"/>
                    </a:srgbClr>
                  </a:outerShdw>
                </a:effectLst>
              </a:rPr>
              <a:t>                                        1953)</a:t>
            </a:r>
          </a:p>
        </p:txBody>
      </p:sp>
      <p:sp>
        <p:nvSpPr>
          <p:cNvPr id="9" name="TextBox 8">
            <a:extLst>
              <a:ext uri="{FF2B5EF4-FFF2-40B4-BE49-F238E27FC236}">
                <a16:creationId xmlns:a16="http://schemas.microsoft.com/office/drawing/2014/main" id="{ABDFE526-3F18-A68F-2EEB-1FB61176A561}"/>
              </a:ext>
            </a:extLst>
          </p:cNvPr>
          <p:cNvSpPr txBox="1"/>
          <p:nvPr/>
        </p:nvSpPr>
        <p:spPr>
          <a:xfrm>
            <a:off x="11363473" y="115613"/>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2</a:t>
            </a:r>
            <a:r>
              <a:rPr sz="1600" b="1" i="0" u="none" dirty="0">
                <a:solidFill>
                  <a:srgbClr val="64748B"/>
                </a:solidFill>
                <a:effectLst>
                  <a:outerShdw blurRad="38100" dist="38100" dir="2700000" algn="tl">
                    <a:srgbClr val="000000">
                      <a:alpha val="43137"/>
                    </a:srgbClr>
                  </a:outerShdw>
                </a:effectLst>
                <a:latin typeface="Inter"/>
              </a:rPr>
              <a:t>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4" name="Text 32">
            <a:extLst>
              <a:ext uri="{FF2B5EF4-FFF2-40B4-BE49-F238E27FC236}">
                <a16:creationId xmlns:a16="http://schemas.microsoft.com/office/drawing/2014/main" id="{511F4A89-43B4-BF27-7723-0F0CAD1A764E}"/>
              </a:ext>
            </a:extLst>
          </p:cNvPr>
          <p:cNvSpPr/>
          <p:nvPr/>
        </p:nvSpPr>
        <p:spPr>
          <a:xfrm>
            <a:off x="8819295" y="6463051"/>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cSld>
  <p:clrMapOvr>
    <a:masterClrMapping/>
  </p:clrMapOvr>
  <mc:AlternateContent xmlns:mc="http://schemas.openxmlformats.org/markup-compatibility/2006" xmlns:p14="http://schemas.microsoft.com/office/powerpoint/2010/main">
    <mc:Choice Requires="p14">
      <p:transition spd="slow" p14:dur="20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nodeType="after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wheel(1)">
                                      <p:cBhvr>
                                        <p:cTn id="7" dur="2000"/>
                                        <p:tgtEl>
                                          <p:spTgt spid="10">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1026"/>
                                        </p:tgtEl>
                                        <p:attrNameLst>
                                          <p:attrName>style.visibility</p:attrName>
                                        </p:attrNameLst>
                                      </p:cBhvr>
                                      <p:to>
                                        <p:strVal val="visible"/>
                                      </p:to>
                                    </p:set>
                                    <p:animEffect transition="in" filter="randombar(horizontal)">
                                      <p:cBhvr>
                                        <p:cTn id="10" dur="3000"/>
                                        <p:tgtEl>
                                          <p:spTgt spid="1026"/>
                                        </p:tgtEl>
                                      </p:cBhvr>
                                    </p:animEffec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000"/>
                                        <p:tgtEl>
                                          <p:spTgt spid="5"/>
                                        </p:tgtEl>
                                      </p:cBhvr>
                                    </p:animEffect>
                                  </p:childTnLst>
                                </p:cTn>
                              </p:par>
                            </p:childTnLst>
                          </p:cTn>
                        </p:par>
                        <p:par>
                          <p:cTn id="15" fill="hold">
                            <p:stCondLst>
                              <p:cond delay="6000"/>
                            </p:stCondLst>
                            <p:childTnLst>
                              <p:par>
                                <p:cTn id="16" presetID="6" presetClass="entr" presetSubtype="16"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circle(in)">
                                      <p:cBhvr>
                                        <p:cTn id="18" dur="2250"/>
                                        <p:tgtEl>
                                          <p:spTgt spid="6"/>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inVertical)">
                                      <p:cBhvr>
                                        <p:cTn id="2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Rounded Corners 30">
            <a:extLst>
              <a:ext uri="{FF2B5EF4-FFF2-40B4-BE49-F238E27FC236}">
                <a16:creationId xmlns:a16="http://schemas.microsoft.com/office/drawing/2014/main" id="{566B8B51-9DD2-236C-C3C6-2C5C8E157933}"/>
              </a:ext>
            </a:extLst>
          </p:cNvPr>
          <p:cNvSpPr/>
          <p:nvPr/>
        </p:nvSpPr>
        <p:spPr>
          <a:xfrm>
            <a:off x="11118720" y="6208692"/>
            <a:ext cx="1098620" cy="4724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b="1">
              <a:effectLst>
                <a:outerShdw blurRad="38100" dist="38100" dir="2700000" algn="tl">
                  <a:srgbClr val="000000">
                    <a:alpha val="43137"/>
                  </a:srgbClr>
                </a:outerShdw>
              </a:effectLst>
            </a:endParaRPr>
          </a:p>
        </p:txBody>
      </p:sp>
      <p:sp>
        <p:nvSpPr>
          <p:cNvPr id="32" name="Shape 0">
            <a:extLst>
              <a:ext uri="{FF2B5EF4-FFF2-40B4-BE49-F238E27FC236}">
                <a16:creationId xmlns:a16="http://schemas.microsoft.com/office/drawing/2014/main" id="{DC0FA756-4365-9631-76BB-DA949C1C1603}"/>
              </a:ext>
            </a:extLst>
          </p:cNvPr>
          <p:cNvSpPr/>
          <p:nvPr/>
        </p:nvSpPr>
        <p:spPr>
          <a:xfrm>
            <a:off x="661475" y="693241"/>
            <a:ext cx="850184" cy="201116"/>
          </a:xfrm>
          <a:prstGeom prst="roundRect">
            <a:avLst>
              <a:gd name="adj" fmla="val 47368"/>
            </a:avLst>
          </a:prstGeom>
          <a:noFill/>
          <a:ln w="12700">
            <a:solidFill>
              <a:srgbClr val="FC8337"/>
            </a:solidFill>
            <a:prstDash val="solid"/>
          </a:ln>
        </p:spPr>
      </p:sp>
      <p:sp>
        <p:nvSpPr>
          <p:cNvPr id="33" name="Text 1">
            <a:extLst>
              <a:ext uri="{FF2B5EF4-FFF2-40B4-BE49-F238E27FC236}">
                <a16:creationId xmlns:a16="http://schemas.microsoft.com/office/drawing/2014/main" id="{ED55AD92-7C72-6C3D-2097-A2135186AC13}"/>
              </a:ext>
            </a:extLst>
          </p:cNvPr>
          <p:cNvSpPr/>
          <p:nvPr/>
        </p:nvSpPr>
        <p:spPr>
          <a:xfrm>
            <a:off x="740848" y="732929"/>
            <a:ext cx="1301023" cy="121741"/>
          </a:xfrm>
          <a:prstGeom prst="rect">
            <a:avLst/>
          </a:prstGeom>
          <a:noFill/>
          <a:ln/>
        </p:spPr>
        <p:txBody>
          <a:bodyPr wrap="none" lIns="0" tIns="0" rIns="0" bIns="0" rtlCol="0" anchor="t"/>
          <a:lstStyle/>
          <a:p>
            <a:pPr marL="0" indent="0" algn="l">
              <a:lnSpc>
                <a:spcPct val="96000"/>
              </a:lnSpc>
              <a:buNone/>
            </a:pPr>
            <a:r>
              <a:rPr lang="en-US" sz="800" b="1" dirty="0">
                <a:solidFill>
                  <a:srgbClr val="FC8337"/>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BACKGROUND</a:t>
            </a:r>
            <a:endParaRPr lang="en-US" sz="800" b="1" dirty="0">
              <a:effectLst>
                <a:outerShdw blurRad="38100" dist="38100" dir="2700000" algn="tl">
                  <a:srgbClr val="000000">
                    <a:alpha val="43137"/>
                  </a:srgbClr>
                </a:outerShdw>
              </a:effectLst>
            </a:endParaRPr>
          </a:p>
        </p:txBody>
      </p:sp>
      <p:sp>
        <p:nvSpPr>
          <p:cNvPr id="34" name="Text 2">
            <a:extLst>
              <a:ext uri="{FF2B5EF4-FFF2-40B4-BE49-F238E27FC236}">
                <a16:creationId xmlns:a16="http://schemas.microsoft.com/office/drawing/2014/main" id="{52FEE923-FC6F-EB4D-C88F-42D911538662}"/>
              </a:ext>
            </a:extLst>
          </p:cNvPr>
          <p:cNvSpPr/>
          <p:nvPr/>
        </p:nvSpPr>
        <p:spPr>
          <a:xfrm>
            <a:off x="661475" y="931366"/>
            <a:ext cx="10868745" cy="413445"/>
          </a:xfrm>
          <a:prstGeom prst="rect">
            <a:avLst/>
          </a:prstGeom>
          <a:noFill/>
          <a:ln/>
        </p:spPr>
        <p:txBody>
          <a:bodyPr wrap="none" lIns="0" tIns="0" rIns="0" bIns="0" rtlCol="0" anchor="t"/>
          <a:lstStyle/>
          <a:p>
            <a:pPr marL="0" indent="0" algn="l">
              <a:lnSpc>
                <a:spcPct val="104000"/>
              </a:lnSpc>
              <a:buNone/>
            </a:pPr>
            <a:r>
              <a:rPr lang="en-US" sz="2600" b="1" u="sng" dirty="0">
                <a:solidFill>
                  <a:schemeClr val="accent1">
                    <a:lumMod val="20000"/>
                    <a:lumOff val="80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Decades in the Making</a:t>
            </a:r>
            <a:endParaRPr lang="en-US" sz="2600" b="1" u="sng" dirty="0">
              <a:solidFill>
                <a:schemeClr val="accent1">
                  <a:lumMod val="20000"/>
                  <a:lumOff val="80000"/>
                </a:schemeClr>
              </a:solidFill>
              <a:effectLst>
                <a:outerShdw blurRad="38100" dist="38100" dir="2700000" algn="tl">
                  <a:srgbClr val="000000">
                    <a:alpha val="43137"/>
                  </a:srgbClr>
                </a:outerShdw>
              </a:effectLst>
            </a:endParaRPr>
          </a:p>
        </p:txBody>
      </p:sp>
      <p:sp>
        <p:nvSpPr>
          <p:cNvPr id="35" name="Text 3">
            <a:extLst>
              <a:ext uri="{FF2B5EF4-FFF2-40B4-BE49-F238E27FC236}">
                <a16:creationId xmlns:a16="http://schemas.microsoft.com/office/drawing/2014/main" id="{78C984A6-7A3F-B698-86B8-6C2911B83B26}"/>
              </a:ext>
            </a:extLst>
          </p:cNvPr>
          <p:cNvSpPr/>
          <p:nvPr/>
        </p:nvSpPr>
        <p:spPr>
          <a:xfrm>
            <a:off x="661475" y="1492405"/>
            <a:ext cx="4117911" cy="346133"/>
          </a:xfrm>
          <a:prstGeom prst="rect">
            <a:avLst/>
          </a:prstGeom>
          <a:noFill/>
          <a:ln/>
        </p:spPr>
        <p:txBody>
          <a:bodyPr wrap="none" lIns="0" tIns="0" rIns="0" bIns="0" rtlCol="0" anchor="t"/>
          <a:lstStyle/>
          <a:p>
            <a:pPr marL="0" indent="0" algn="l">
              <a:lnSpc>
                <a:spcPct val="113000"/>
              </a:lnSpc>
              <a:buNone/>
            </a:pPr>
            <a:r>
              <a:rPr lang="en-US" sz="12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US–Iran tensions over nuclear power and regional influence, 1953–2026</a:t>
            </a:r>
            <a:endParaRPr lang="en-US" sz="1200" b="1" dirty="0">
              <a:effectLst>
                <a:outerShdw blurRad="38100" dist="38100" dir="2700000" algn="tl">
                  <a:srgbClr val="000000">
                    <a:alpha val="43137"/>
                  </a:srgbClr>
                </a:outerShdw>
              </a:effectLst>
            </a:endParaRPr>
          </a:p>
        </p:txBody>
      </p:sp>
      <p:sp>
        <p:nvSpPr>
          <p:cNvPr id="39" name="Text 7">
            <a:extLst>
              <a:ext uri="{FF2B5EF4-FFF2-40B4-BE49-F238E27FC236}">
                <a16:creationId xmlns:a16="http://schemas.microsoft.com/office/drawing/2014/main" id="{B032B45B-6595-0C84-120F-CD39D66CDA22}"/>
              </a:ext>
            </a:extLst>
          </p:cNvPr>
          <p:cNvSpPr/>
          <p:nvPr/>
        </p:nvSpPr>
        <p:spPr>
          <a:xfrm>
            <a:off x="1565056" y="1481236"/>
            <a:ext cx="4905153" cy="206673"/>
          </a:xfrm>
          <a:prstGeom prst="rect">
            <a:avLst/>
          </a:prstGeom>
          <a:noFill/>
          <a:ln/>
        </p:spPr>
        <p:txBody>
          <a:bodyPr wrap="none" lIns="0" tIns="0" rIns="0" bIns="0" rtlCol="0" anchor="t"/>
          <a:lstStyle/>
          <a:p>
            <a:pPr marL="0" indent="0" algn="r">
              <a:lnSpc>
                <a:spcPct val="104000"/>
              </a:lnSpc>
              <a:buNone/>
            </a:pPr>
            <a:endParaRPr lang="en-US" sz="2000" b="1" dirty="0">
              <a:solidFill>
                <a:srgbClr val="FFCC66"/>
              </a:solidFill>
              <a:effectLst>
                <a:outerShdw blurRad="38100" dist="38100" dir="2700000" algn="tl">
                  <a:srgbClr val="000000">
                    <a:alpha val="43137"/>
                  </a:srgbClr>
                </a:outerShdw>
              </a:effectLst>
            </a:endParaRPr>
          </a:p>
        </p:txBody>
      </p:sp>
      <p:sp>
        <p:nvSpPr>
          <p:cNvPr id="41" name="Shape 9">
            <a:extLst>
              <a:ext uri="{FF2B5EF4-FFF2-40B4-BE49-F238E27FC236}">
                <a16:creationId xmlns:a16="http://schemas.microsoft.com/office/drawing/2014/main" id="{8BF88A91-25D0-DC65-7CE2-A6AEF5538479}"/>
              </a:ext>
            </a:extLst>
          </p:cNvPr>
          <p:cNvSpPr/>
          <p:nvPr/>
        </p:nvSpPr>
        <p:spPr>
          <a:xfrm>
            <a:off x="6793335" y="1388563"/>
            <a:ext cx="264610" cy="19050"/>
          </a:xfrm>
          <a:prstGeom prst="roundRect">
            <a:avLst>
              <a:gd name="adj" fmla="val 49999"/>
            </a:avLst>
          </a:prstGeom>
          <a:solidFill>
            <a:srgbClr val="E2691D"/>
          </a:solidFill>
          <a:ln/>
        </p:spPr>
      </p:sp>
      <p:sp>
        <p:nvSpPr>
          <p:cNvPr id="42" name="Shape 10">
            <a:extLst>
              <a:ext uri="{FF2B5EF4-FFF2-40B4-BE49-F238E27FC236}">
                <a16:creationId xmlns:a16="http://schemas.microsoft.com/office/drawing/2014/main" id="{7A937830-1AFC-DBCA-C546-F3DCD25EAAA5}"/>
              </a:ext>
            </a:extLst>
          </p:cNvPr>
          <p:cNvSpPr/>
          <p:nvPr/>
        </p:nvSpPr>
        <p:spPr>
          <a:xfrm>
            <a:off x="6762776" y="1348479"/>
            <a:ext cx="99216" cy="99219"/>
          </a:xfrm>
          <a:prstGeom prst="ellipse">
            <a:avLst/>
          </a:prstGeom>
          <a:solidFill>
            <a:srgbClr val="FC8337"/>
          </a:solidFill>
          <a:ln/>
        </p:spPr>
      </p:sp>
      <p:sp>
        <p:nvSpPr>
          <p:cNvPr id="43" name="Text 11">
            <a:extLst>
              <a:ext uri="{FF2B5EF4-FFF2-40B4-BE49-F238E27FC236}">
                <a16:creationId xmlns:a16="http://schemas.microsoft.com/office/drawing/2014/main" id="{083C7BFE-2FF3-FCDD-B288-8C320E80CB4C}"/>
              </a:ext>
            </a:extLst>
          </p:cNvPr>
          <p:cNvSpPr/>
          <p:nvPr/>
        </p:nvSpPr>
        <p:spPr>
          <a:xfrm>
            <a:off x="7097724" y="1304276"/>
            <a:ext cx="4905153" cy="206673"/>
          </a:xfrm>
          <a:prstGeom prst="rect">
            <a:avLst/>
          </a:prstGeom>
          <a:noFill/>
          <a:ln/>
        </p:spPr>
        <p:txBody>
          <a:bodyPr wrap="none" lIns="0" tIns="0" rIns="0" bIns="0" rtlCol="0" anchor="t"/>
          <a:lstStyle/>
          <a:p>
            <a:pPr>
              <a:lnSpc>
                <a:spcPct val="104000"/>
              </a:lnSpc>
            </a:pPr>
            <a:r>
              <a:rPr lang="en-US" sz="2000" b="1" dirty="0">
                <a:solidFill>
                  <a:srgbClr val="FFCC66"/>
                </a:solidFill>
                <a:effectLst>
                  <a:outerShdw blurRad="38100" dist="38100" dir="2700000" algn="tl">
                    <a:srgbClr val="000000">
                      <a:alpha val="43137"/>
                    </a:srgbClr>
                  </a:outerShdw>
                </a:effectLst>
              </a:rPr>
              <a:t>1968 </a:t>
            </a:r>
            <a:r>
              <a:rPr lang="en-US" sz="2000" b="1" i="0" u="none" dirty="0">
                <a:solidFill>
                  <a:srgbClr val="FFCC66"/>
                </a:solidFill>
                <a:effectLst>
                  <a:outerShdw blurRad="38100" dist="38100" dir="2700000" algn="tl">
                    <a:srgbClr val="000000">
                      <a:alpha val="43137"/>
                    </a:srgbClr>
                  </a:outerShdw>
                </a:effectLst>
                <a:latin typeface="Inter"/>
              </a:rPr>
              <a:t>Iran Signs Non-Proliferation Treaty (NPT)</a:t>
            </a:r>
          </a:p>
          <a:p>
            <a:pPr>
              <a:lnSpc>
                <a:spcPct val="104000"/>
              </a:lnSpc>
            </a:pPr>
            <a:r>
              <a:rPr lang="en-US" sz="1400" b="1" dirty="0">
                <a:solidFill>
                  <a:srgbClr val="FFCC66"/>
                </a:solidFill>
                <a:effectLst>
                  <a:outerShdw blurRad="38100" dist="38100" dir="2700000" algn="tl">
                    <a:srgbClr val="000000">
                      <a:alpha val="43137"/>
                    </a:srgbClr>
                  </a:outerShdw>
                </a:effectLst>
                <a:latin typeface="Inter"/>
              </a:rPr>
              <a:t>  C</a:t>
            </a:r>
            <a:r>
              <a:rPr lang="en-US" sz="1400" b="1" i="0" u="none" dirty="0">
                <a:solidFill>
                  <a:srgbClr val="FFCC66"/>
                </a:solidFill>
                <a:effectLst>
                  <a:outerShdw blurRad="38100" dist="38100" dir="2700000" algn="tl">
                    <a:srgbClr val="000000">
                      <a:alpha val="43137"/>
                    </a:srgbClr>
                  </a:outerShdw>
                </a:effectLst>
                <a:latin typeface="Inter"/>
              </a:rPr>
              <a:t>ommitting to peaceful civilian nuclear use under</a:t>
            </a:r>
          </a:p>
          <a:p>
            <a:pPr marL="0" indent="0" algn="l">
              <a:lnSpc>
                <a:spcPct val="104000"/>
              </a:lnSpc>
              <a:buNone/>
            </a:pPr>
            <a:r>
              <a:rPr lang="en-US" sz="1400" b="1" i="0" u="none" dirty="0">
                <a:solidFill>
                  <a:srgbClr val="FFCC66"/>
                </a:solidFill>
                <a:effectLst>
                  <a:outerShdw blurRad="38100" dist="38100" dir="2700000" algn="tl">
                    <a:srgbClr val="000000">
                      <a:alpha val="43137"/>
                    </a:srgbClr>
                  </a:outerShdw>
                </a:effectLst>
                <a:latin typeface="Inter"/>
              </a:rPr>
              <a:t>   IAEA monitoring</a:t>
            </a:r>
            <a:endParaRPr lang="en-US" sz="1400" b="1" dirty="0">
              <a:solidFill>
                <a:srgbClr val="FFCC66"/>
              </a:solidFill>
              <a:effectLst>
                <a:outerShdw blurRad="38100" dist="38100" dir="2700000" algn="tl">
                  <a:srgbClr val="000000">
                    <a:alpha val="43137"/>
                  </a:srgbClr>
                </a:outerShdw>
              </a:effectLst>
            </a:endParaRPr>
          </a:p>
        </p:txBody>
      </p:sp>
      <p:sp>
        <p:nvSpPr>
          <p:cNvPr id="44" name="Text 12">
            <a:extLst>
              <a:ext uri="{FF2B5EF4-FFF2-40B4-BE49-F238E27FC236}">
                <a16:creationId xmlns:a16="http://schemas.microsoft.com/office/drawing/2014/main" id="{60D7A3D7-B591-E767-6E9E-3CD7C641F75B}"/>
              </a:ext>
            </a:extLst>
          </p:cNvPr>
          <p:cNvSpPr/>
          <p:nvPr/>
        </p:nvSpPr>
        <p:spPr>
          <a:xfrm>
            <a:off x="7097724" y="1566511"/>
            <a:ext cx="4905153" cy="179983"/>
          </a:xfrm>
          <a:prstGeom prst="rect">
            <a:avLst/>
          </a:prstGeom>
          <a:noFill/>
          <a:ln/>
        </p:spPr>
        <p:txBody>
          <a:bodyPr wrap="none" lIns="0" tIns="0" rIns="0" bIns="0" rtlCol="0" anchor="t"/>
          <a:lstStyle/>
          <a:p>
            <a:pPr marL="0" indent="0" algn="l">
              <a:lnSpc>
                <a:spcPct val="113000"/>
              </a:lnSpc>
              <a:buNone/>
            </a:pPr>
            <a:endParaRPr lang="en-US" sz="1400" b="1" dirty="0">
              <a:solidFill>
                <a:srgbClr val="FFCC66"/>
              </a:solidFill>
              <a:effectLst>
                <a:outerShdw blurRad="38100" dist="38100" dir="2700000" algn="tl">
                  <a:srgbClr val="000000">
                    <a:alpha val="43137"/>
                  </a:srgbClr>
                </a:outerShdw>
              </a:effectLst>
            </a:endParaRPr>
          </a:p>
        </p:txBody>
      </p:sp>
      <p:sp>
        <p:nvSpPr>
          <p:cNvPr id="45" name="Shape 13">
            <a:extLst>
              <a:ext uri="{FF2B5EF4-FFF2-40B4-BE49-F238E27FC236}">
                <a16:creationId xmlns:a16="http://schemas.microsoft.com/office/drawing/2014/main" id="{33AF7294-051E-A173-2289-A7201DFAB282}"/>
              </a:ext>
            </a:extLst>
          </p:cNvPr>
          <p:cNvSpPr/>
          <p:nvPr/>
        </p:nvSpPr>
        <p:spPr>
          <a:xfrm>
            <a:off x="6552385" y="2504844"/>
            <a:ext cx="264610" cy="19050"/>
          </a:xfrm>
          <a:prstGeom prst="roundRect">
            <a:avLst>
              <a:gd name="adj" fmla="val 49999"/>
            </a:avLst>
          </a:prstGeom>
          <a:solidFill>
            <a:srgbClr val="E2691D"/>
          </a:solidFill>
          <a:ln/>
        </p:spPr>
      </p:sp>
      <p:sp>
        <p:nvSpPr>
          <p:cNvPr id="46" name="Shape 14">
            <a:extLst>
              <a:ext uri="{FF2B5EF4-FFF2-40B4-BE49-F238E27FC236}">
                <a16:creationId xmlns:a16="http://schemas.microsoft.com/office/drawing/2014/main" id="{B8E236AC-6056-95E0-4B4E-4420DC6EF932}"/>
              </a:ext>
            </a:extLst>
          </p:cNvPr>
          <p:cNvSpPr/>
          <p:nvPr/>
        </p:nvSpPr>
        <p:spPr>
          <a:xfrm>
            <a:off x="6748337" y="2464760"/>
            <a:ext cx="99216" cy="99219"/>
          </a:xfrm>
          <a:prstGeom prst="ellipse">
            <a:avLst/>
          </a:prstGeom>
          <a:solidFill>
            <a:srgbClr val="FC8337"/>
          </a:solidFill>
          <a:ln/>
        </p:spPr>
      </p:sp>
      <p:sp>
        <p:nvSpPr>
          <p:cNvPr id="48" name="Text 16">
            <a:extLst>
              <a:ext uri="{FF2B5EF4-FFF2-40B4-BE49-F238E27FC236}">
                <a16:creationId xmlns:a16="http://schemas.microsoft.com/office/drawing/2014/main" id="{69175B76-2E31-873A-AAF4-27FE1546340D}"/>
              </a:ext>
            </a:extLst>
          </p:cNvPr>
          <p:cNvSpPr/>
          <p:nvPr/>
        </p:nvSpPr>
        <p:spPr>
          <a:xfrm>
            <a:off x="1848863" y="3082575"/>
            <a:ext cx="4905153" cy="179983"/>
          </a:xfrm>
          <a:prstGeom prst="rect">
            <a:avLst/>
          </a:prstGeom>
          <a:noFill/>
          <a:ln/>
        </p:spPr>
        <p:txBody>
          <a:bodyPr wrap="none" lIns="0" tIns="0" rIns="0" bIns="0" rtlCol="0" anchor="t"/>
          <a:lstStyle/>
          <a:p>
            <a:pPr marL="0" indent="0" algn="r">
              <a:lnSpc>
                <a:spcPct val="113000"/>
              </a:lnSpc>
              <a:buNone/>
            </a:pPr>
            <a:r>
              <a:rPr lang="en-US" sz="1400"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a:t>
            </a:r>
            <a:endParaRPr lang="en-US" sz="1400" b="1" dirty="0">
              <a:solidFill>
                <a:srgbClr val="FFCC66"/>
              </a:solidFill>
              <a:effectLst>
                <a:outerShdw blurRad="38100" dist="38100" dir="2700000" algn="tl">
                  <a:srgbClr val="000000">
                    <a:alpha val="43137"/>
                  </a:srgbClr>
                </a:outerShdw>
              </a:effectLst>
            </a:endParaRPr>
          </a:p>
        </p:txBody>
      </p:sp>
      <p:sp>
        <p:nvSpPr>
          <p:cNvPr id="51" name="Text 19">
            <a:extLst>
              <a:ext uri="{FF2B5EF4-FFF2-40B4-BE49-F238E27FC236}">
                <a16:creationId xmlns:a16="http://schemas.microsoft.com/office/drawing/2014/main" id="{B18C1A65-8110-741A-2C49-948C9F6DDBFA}"/>
              </a:ext>
            </a:extLst>
          </p:cNvPr>
          <p:cNvSpPr/>
          <p:nvPr/>
        </p:nvSpPr>
        <p:spPr>
          <a:xfrm>
            <a:off x="7083285" y="3620717"/>
            <a:ext cx="11841800" cy="1267970"/>
          </a:xfrm>
          <a:prstGeom prst="rect">
            <a:avLst/>
          </a:prstGeom>
          <a:noFill/>
          <a:ln/>
        </p:spPr>
        <p:txBody>
          <a:bodyPr wrap="none" lIns="0" tIns="0" rIns="0" bIns="0" rtlCol="0" anchor="t"/>
          <a:lstStyle/>
          <a:p>
            <a:pPr marL="0" indent="0" algn="l">
              <a:lnSpc>
                <a:spcPct val="104000"/>
              </a:lnSpc>
              <a:buNone/>
            </a:pPr>
            <a:r>
              <a:rPr lang="en-US" sz="2000" dirty="0">
                <a:solidFill>
                  <a:srgbClr val="FFCC66"/>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2015 JCPA Deal</a:t>
            </a:r>
            <a:endParaRPr lang="en-US" sz="2000" dirty="0">
              <a:solidFill>
                <a:srgbClr val="FFCC66"/>
              </a:solidFill>
              <a:effectLst>
                <a:outerShdw blurRad="38100" dist="38100" dir="2700000" algn="tl">
                  <a:srgbClr val="000000">
                    <a:alpha val="43137"/>
                  </a:srgbClr>
                </a:outerShdw>
              </a:effectLst>
            </a:endParaRPr>
          </a:p>
        </p:txBody>
      </p:sp>
      <p:sp>
        <p:nvSpPr>
          <p:cNvPr id="52" name="Text 20">
            <a:extLst>
              <a:ext uri="{FF2B5EF4-FFF2-40B4-BE49-F238E27FC236}">
                <a16:creationId xmlns:a16="http://schemas.microsoft.com/office/drawing/2014/main" id="{43990509-AE20-8BD9-08C2-87A44995A2BC}"/>
              </a:ext>
            </a:extLst>
          </p:cNvPr>
          <p:cNvSpPr/>
          <p:nvPr/>
        </p:nvSpPr>
        <p:spPr>
          <a:xfrm>
            <a:off x="7057945" y="3535605"/>
            <a:ext cx="4905153" cy="893998"/>
          </a:xfrm>
          <a:prstGeom prst="rect">
            <a:avLst/>
          </a:prstGeom>
          <a:noFill/>
          <a:ln/>
        </p:spPr>
        <p:txBody>
          <a:bodyPr wrap="none" lIns="0" tIns="0" rIns="0" bIns="0" rtlCol="0" anchor="t"/>
          <a:lstStyle/>
          <a:p>
            <a:pPr marL="0" indent="0" algn="l">
              <a:lnSpc>
                <a:spcPct val="113000"/>
              </a:lnSpc>
              <a:buNone/>
            </a:pPr>
            <a:endParaRPr lang="en-US" sz="1400" b="1" dirty="0">
              <a:solidFill>
                <a:srgbClr val="FFCC66"/>
              </a:solidFill>
              <a:effectLst>
                <a:outerShdw blurRad="38100" dist="38100" dir="2700000" algn="tl">
                  <a:srgbClr val="000000">
                    <a:alpha val="43137"/>
                  </a:srgbClr>
                </a:outerShdw>
              </a:effectLst>
            </a:endParaRPr>
          </a:p>
        </p:txBody>
      </p:sp>
      <p:sp>
        <p:nvSpPr>
          <p:cNvPr id="53" name="Shape 21">
            <a:extLst>
              <a:ext uri="{FF2B5EF4-FFF2-40B4-BE49-F238E27FC236}">
                <a16:creationId xmlns:a16="http://schemas.microsoft.com/office/drawing/2014/main" id="{410A96E6-7E3A-D66F-0F29-14F06DD1E7B4}"/>
              </a:ext>
            </a:extLst>
          </p:cNvPr>
          <p:cNvSpPr/>
          <p:nvPr/>
        </p:nvSpPr>
        <p:spPr>
          <a:xfrm>
            <a:off x="6528406" y="5095506"/>
            <a:ext cx="264610" cy="19050"/>
          </a:xfrm>
          <a:prstGeom prst="roundRect">
            <a:avLst>
              <a:gd name="adj" fmla="val 49999"/>
            </a:avLst>
          </a:prstGeom>
          <a:solidFill>
            <a:srgbClr val="E2691D"/>
          </a:solidFill>
          <a:ln/>
        </p:spPr>
      </p:sp>
      <p:sp>
        <p:nvSpPr>
          <p:cNvPr id="54" name="Shape 22">
            <a:extLst>
              <a:ext uri="{FF2B5EF4-FFF2-40B4-BE49-F238E27FC236}">
                <a16:creationId xmlns:a16="http://schemas.microsoft.com/office/drawing/2014/main" id="{491F297F-2B1D-522C-C6BF-F6B14DA70B2D}"/>
              </a:ext>
            </a:extLst>
          </p:cNvPr>
          <p:cNvSpPr/>
          <p:nvPr/>
        </p:nvSpPr>
        <p:spPr>
          <a:xfrm>
            <a:off x="6724358" y="5055422"/>
            <a:ext cx="99216" cy="99219"/>
          </a:xfrm>
          <a:prstGeom prst="ellipse">
            <a:avLst/>
          </a:prstGeom>
          <a:solidFill>
            <a:srgbClr val="FC8337"/>
          </a:solidFill>
          <a:ln/>
        </p:spPr>
      </p:sp>
      <p:sp>
        <p:nvSpPr>
          <p:cNvPr id="55" name="Text 23">
            <a:extLst>
              <a:ext uri="{FF2B5EF4-FFF2-40B4-BE49-F238E27FC236}">
                <a16:creationId xmlns:a16="http://schemas.microsoft.com/office/drawing/2014/main" id="{0311E3EC-F6F3-834C-1BF5-761073191D07}"/>
              </a:ext>
            </a:extLst>
          </p:cNvPr>
          <p:cNvSpPr/>
          <p:nvPr/>
        </p:nvSpPr>
        <p:spPr>
          <a:xfrm>
            <a:off x="1575215" y="4960855"/>
            <a:ext cx="4905153" cy="206673"/>
          </a:xfrm>
          <a:prstGeom prst="rect">
            <a:avLst/>
          </a:prstGeom>
          <a:noFill/>
          <a:ln/>
        </p:spPr>
        <p:txBody>
          <a:bodyPr wrap="none" lIns="0" tIns="0" rIns="0" bIns="0" rtlCol="0" anchor="t"/>
          <a:lstStyle/>
          <a:p>
            <a:pPr marL="0" indent="0" algn="r">
              <a:lnSpc>
                <a:spcPct val="104000"/>
              </a:lnSpc>
              <a:buNone/>
            </a:pPr>
            <a:r>
              <a:rPr lang="en-US" sz="2000" b="1" dirty="0">
                <a:solidFill>
                  <a:srgbClr val="FFCC66"/>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2025</a:t>
            </a:r>
            <a:endParaRPr lang="en-US" sz="2000" b="1" dirty="0">
              <a:solidFill>
                <a:srgbClr val="FFCC66"/>
              </a:solidFill>
              <a:effectLst>
                <a:outerShdw blurRad="38100" dist="38100" dir="2700000" algn="tl">
                  <a:srgbClr val="000000">
                    <a:alpha val="43137"/>
                  </a:srgbClr>
                </a:outerShdw>
              </a:effectLst>
            </a:endParaRPr>
          </a:p>
        </p:txBody>
      </p:sp>
      <p:sp>
        <p:nvSpPr>
          <p:cNvPr id="56" name="Text 24">
            <a:extLst>
              <a:ext uri="{FF2B5EF4-FFF2-40B4-BE49-F238E27FC236}">
                <a16:creationId xmlns:a16="http://schemas.microsoft.com/office/drawing/2014/main" id="{DD3BBE3B-B431-208C-F0A6-31884EEC80C6}"/>
              </a:ext>
            </a:extLst>
          </p:cNvPr>
          <p:cNvSpPr/>
          <p:nvPr/>
        </p:nvSpPr>
        <p:spPr>
          <a:xfrm>
            <a:off x="1779537" y="5286772"/>
            <a:ext cx="4905153" cy="179983"/>
          </a:xfrm>
          <a:prstGeom prst="rect">
            <a:avLst/>
          </a:prstGeom>
          <a:noFill/>
          <a:ln/>
        </p:spPr>
        <p:txBody>
          <a:bodyPr wrap="none" lIns="0" tIns="0" rIns="0" bIns="0" rtlCol="0" anchor="t"/>
          <a:lstStyle/>
          <a:p>
            <a:pPr marL="0" indent="0" algn="r">
              <a:lnSpc>
                <a:spcPct val="113000"/>
              </a:lnSpc>
              <a:buNone/>
            </a:pPr>
            <a:r>
              <a:rPr lang="en-US" sz="1400"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Iran enriches to 60%; US intelligence </a:t>
            </a:r>
          </a:p>
          <a:p>
            <a:pPr marL="0" indent="0" algn="r">
              <a:lnSpc>
                <a:spcPct val="113000"/>
              </a:lnSpc>
              <a:buNone/>
            </a:pPr>
            <a:r>
              <a:rPr lang="en-US" sz="1400"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still assesses no active weapons program.</a:t>
            </a:r>
            <a:endParaRPr lang="en-US" sz="1400" b="1" dirty="0">
              <a:solidFill>
                <a:srgbClr val="FFCC66"/>
              </a:solidFill>
              <a:effectLst>
                <a:outerShdw blurRad="38100" dist="38100" dir="2700000" algn="tl">
                  <a:srgbClr val="000000">
                    <a:alpha val="43137"/>
                  </a:srgbClr>
                </a:outerShdw>
              </a:effectLst>
            </a:endParaRPr>
          </a:p>
        </p:txBody>
      </p:sp>
      <p:sp>
        <p:nvSpPr>
          <p:cNvPr id="57" name="Shape 25">
            <a:extLst>
              <a:ext uri="{FF2B5EF4-FFF2-40B4-BE49-F238E27FC236}">
                <a16:creationId xmlns:a16="http://schemas.microsoft.com/office/drawing/2014/main" id="{FEB2B0BE-D092-D2DD-AF8F-AD7B6C25389A}"/>
              </a:ext>
            </a:extLst>
          </p:cNvPr>
          <p:cNvSpPr/>
          <p:nvPr/>
        </p:nvSpPr>
        <p:spPr>
          <a:xfrm>
            <a:off x="6778896" y="5907584"/>
            <a:ext cx="264610" cy="19050"/>
          </a:xfrm>
          <a:prstGeom prst="roundRect">
            <a:avLst>
              <a:gd name="adj" fmla="val 49999"/>
            </a:avLst>
          </a:prstGeom>
          <a:solidFill>
            <a:srgbClr val="E2691D"/>
          </a:solidFill>
          <a:ln/>
        </p:spPr>
      </p:sp>
      <p:sp>
        <p:nvSpPr>
          <p:cNvPr id="58" name="Shape 26">
            <a:extLst>
              <a:ext uri="{FF2B5EF4-FFF2-40B4-BE49-F238E27FC236}">
                <a16:creationId xmlns:a16="http://schemas.microsoft.com/office/drawing/2014/main" id="{79BD00E5-4048-4968-A401-6CE13B940181}"/>
              </a:ext>
            </a:extLst>
          </p:cNvPr>
          <p:cNvSpPr/>
          <p:nvPr/>
        </p:nvSpPr>
        <p:spPr>
          <a:xfrm>
            <a:off x="6748337" y="5867499"/>
            <a:ext cx="99216" cy="99219"/>
          </a:xfrm>
          <a:prstGeom prst="ellipse">
            <a:avLst/>
          </a:prstGeom>
          <a:solidFill>
            <a:srgbClr val="FC8337"/>
          </a:solidFill>
          <a:ln/>
        </p:spPr>
      </p:sp>
      <p:sp>
        <p:nvSpPr>
          <p:cNvPr id="59" name="Text 27">
            <a:extLst>
              <a:ext uri="{FF2B5EF4-FFF2-40B4-BE49-F238E27FC236}">
                <a16:creationId xmlns:a16="http://schemas.microsoft.com/office/drawing/2014/main" id="{A07B0560-7F00-5CD9-55E0-D43C75BA1F7B}"/>
              </a:ext>
            </a:extLst>
          </p:cNvPr>
          <p:cNvSpPr/>
          <p:nvPr/>
        </p:nvSpPr>
        <p:spPr>
          <a:xfrm>
            <a:off x="7083285" y="5823297"/>
            <a:ext cx="4905153" cy="206673"/>
          </a:xfrm>
          <a:prstGeom prst="rect">
            <a:avLst/>
          </a:prstGeom>
          <a:noFill/>
          <a:ln/>
        </p:spPr>
        <p:txBody>
          <a:bodyPr wrap="none" lIns="0" tIns="0" rIns="0" bIns="0" rtlCol="0" anchor="t"/>
          <a:lstStyle/>
          <a:p>
            <a:pPr marL="0" indent="0" algn="l">
              <a:lnSpc>
                <a:spcPct val="104000"/>
              </a:lnSpc>
              <a:buNone/>
            </a:pPr>
            <a:r>
              <a:rPr lang="en-US" sz="2000" b="1" dirty="0">
                <a:solidFill>
                  <a:srgbClr val="FFCC66"/>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Feb 2026</a:t>
            </a:r>
            <a:endParaRPr lang="en-US" sz="2000" b="1" dirty="0">
              <a:solidFill>
                <a:srgbClr val="FFCC66"/>
              </a:solidFill>
              <a:effectLst>
                <a:outerShdw blurRad="38100" dist="38100" dir="2700000" algn="tl">
                  <a:srgbClr val="000000">
                    <a:alpha val="43137"/>
                  </a:srgbClr>
                </a:outerShdw>
              </a:effectLst>
            </a:endParaRPr>
          </a:p>
        </p:txBody>
      </p:sp>
      <p:sp>
        <p:nvSpPr>
          <p:cNvPr id="60" name="Text 28">
            <a:extLst>
              <a:ext uri="{FF2B5EF4-FFF2-40B4-BE49-F238E27FC236}">
                <a16:creationId xmlns:a16="http://schemas.microsoft.com/office/drawing/2014/main" id="{48A06F58-2D3F-0DAB-2B15-9198185CB1C0}"/>
              </a:ext>
            </a:extLst>
          </p:cNvPr>
          <p:cNvSpPr/>
          <p:nvPr/>
        </p:nvSpPr>
        <p:spPr>
          <a:xfrm>
            <a:off x="7123064" y="6283999"/>
            <a:ext cx="4905153" cy="179983"/>
          </a:xfrm>
          <a:prstGeom prst="rect">
            <a:avLst/>
          </a:prstGeom>
          <a:noFill/>
          <a:ln/>
        </p:spPr>
        <p:txBody>
          <a:bodyPr wrap="none" lIns="0" tIns="0" rIns="0" bIns="0" rtlCol="0" anchor="t"/>
          <a:lstStyle/>
          <a:p>
            <a:pPr marL="0" indent="0" algn="l">
              <a:lnSpc>
                <a:spcPct val="113000"/>
              </a:lnSpc>
              <a:buNone/>
            </a:pPr>
            <a:r>
              <a:rPr lang="en-US" sz="1400"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Geneva talks fail; US and Israel launch coordinated strikes on </a:t>
            </a:r>
          </a:p>
          <a:p>
            <a:pPr marL="0" indent="0" algn="l">
              <a:lnSpc>
                <a:spcPct val="113000"/>
              </a:lnSpc>
              <a:buNone/>
            </a:pPr>
            <a:r>
              <a:rPr lang="en-US" sz="1400"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Feb 28.</a:t>
            </a:r>
            <a:endParaRPr lang="en-US" sz="1400" b="1" dirty="0">
              <a:solidFill>
                <a:srgbClr val="FFCC66"/>
              </a:solidFill>
              <a:effectLst>
                <a:outerShdw blurRad="38100" dist="38100" dir="2700000" algn="tl">
                  <a:srgbClr val="000000">
                    <a:alpha val="43137"/>
                  </a:srgbClr>
                </a:outerShdw>
              </a:effectLst>
            </a:endParaRPr>
          </a:p>
        </p:txBody>
      </p:sp>
      <p:sp>
        <p:nvSpPr>
          <p:cNvPr id="2" name="Rectangle 1">
            <a:extLst>
              <a:ext uri="{FF2B5EF4-FFF2-40B4-BE49-F238E27FC236}">
                <a16:creationId xmlns:a16="http://schemas.microsoft.com/office/drawing/2014/main" id="{09EA556A-C500-EC9D-EE11-21BD05123F10}"/>
              </a:ext>
            </a:extLst>
          </p:cNvPr>
          <p:cNvSpPr/>
          <p:nvPr/>
        </p:nvSpPr>
        <p:spPr>
          <a:xfrm>
            <a:off x="11010122" y="6475445"/>
            <a:ext cx="1129683" cy="37773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b="1">
              <a:effectLst>
                <a:outerShdw blurRad="38100" dist="38100" dir="2700000" algn="tl">
                  <a:srgbClr val="000000">
                    <a:alpha val="43137"/>
                  </a:srgbClr>
                </a:outerShdw>
              </a:effectLst>
            </a:endParaRPr>
          </a:p>
        </p:txBody>
      </p:sp>
      <p:sp>
        <p:nvSpPr>
          <p:cNvPr id="8" name="TextBox 7">
            <a:extLst>
              <a:ext uri="{FF2B5EF4-FFF2-40B4-BE49-F238E27FC236}">
                <a16:creationId xmlns:a16="http://schemas.microsoft.com/office/drawing/2014/main" id="{84266AA3-0FD8-B767-1802-B3EEACE85CAF}"/>
              </a:ext>
            </a:extLst>
          </p:cNvPr>
          <p:cNvSpPr txBox="1"/>
          <p:nvPr/>
        </p:nvSpPr>
        <p:spPr>
          <a:xfrm>
            <a:off x="2932924" y="2309179"/>
            <a:ext cx="3929068" cy="400110"/>
          </a:xfrm>
          <a:prstGeom prst="rect">
            <a:avLst/>
          </a:prstGeom>
          <a:noFill/>
        </p:spPr>
        <p:txBody>
          <a:bodyPr wrap="square">
            <a:spAutoFit/>
          </a:bodyPr>
          <a:lstStyle/>
          <a:p>
            <a:r>
              <a:rPr kumimoji="0" lang="en-US" altLang="en-US" sz="2000" b="1"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1979 – The Iranian Revolution </a:t>
            </a:r>
            <a:endParaRPr lang="en-US" sz="2000" b="1" dirty="0">
              <a:solidFill>
                <a:srgbClr val="FFCC66"/>
              </a:solidFill>
              <a:effectLst>
                <a:outerShdw blurRad="38100" dist="38100" dir="2700000" algn="tl">
                  <a:srgbClr val="000000">
                    <a:alpha val="43137"/>
                  </a:srgbClr>
                </a:outerShdw>
              </a:effectLst>
            </a:endParaRPr>
          </a:p>
        </p:txBody>
      </p:sp>
      <p:sp>
        <p:nvSpPr>
          <p:cNvPr id="10" name="TextBox 9">
            <a:extLst>
              <a:ext uri="{FF2B5EF4-FFF2-40B4-BE49-F238E27FC236}">
                <a16:creationId xmlns:a16="http://schemas.microsoft.com/office/drawing/2014/main" id="{32307C66-CFCD-A9AF-48C5-894B88EC5BD7}"/>
              </a:ext>
            </a:extLst>
          </p:cNvPr>
          <p:cNvSpPr txBox="1"/>
          <p:nvPr/>
        </p:nvSpPr>
        <p:spPr>
          <a:xfrm>
            <a:off x="2932924" y="2690336"/>
            <a:ext cx="3790073" cy="73866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Ayatollah Khomeini leads the revolution, </a:t>
            </a:r>
          </a:p>
          <a:p>
            <a:pPr marL="0" marR="0" lvl="0" indent="0" algn="l" defTabSz="914400" rtl="0" eaLnBrk="0" fontAlgn="base" latinLnBrk="0" hangingPunct="0">
              <a:lnSpc>
                <a:spcPct val="100000"/>
              </a:lnSpc>
              <a:spcBef>
                <a:spcPct val="0"/>
              </a:spcBef>
              <a:spcAft>
                <a:spcPct val="0"/>
              </a:spcAft>
              <a:buClrTx/>
              <a:buSzTx/>
              <a:tabLst/>
            </a:pPr>
            <a:r>
              <a:rPr kumimoji="0" lang="en-US" altLang="en-US" sz="1400" b="1"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 abolishing the U.S. backed monarchy and </a:t>
            </a:r>
          </a:p>
          <a:p>
            <a:pPr marL="0" marR="0" lvl="0" indent="0" algn="l" defTabSz="914400" rtl="0" eaLnBrk="0" fontAlgn="base" latinLnBrk="0" hangingPunct="0">
              <a:lnSpc>
                <a:spcPct val="100000"/>
              </a:lnSpc>
              <a:spcBef>
                <a:spcPct val="0"/>
              </a:spcBef>
              <a:spcAft>
                <a:spcPct val="0"/>
              </a:spcAft>
              <a:buClrTx/>
              <a:buSzTx/>
              <a:tabLst/>
            </a:pPr>
            <a:r>
              <a:rPr kumimoji="0" lang="en-US" altLang="en-US" sz="1400" b="1"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ending Western dominance in Iran.</a:t>
            </a:r>
          </a:p>
        </p:txBody>
      </p:sp>
      <p:sp>
        <p:nvSpPr>
          <p:cNvPr id="12" name="TextBox 11">
            <a:extLst>
              <a:ext uri="{FF2B5EF4-FFF2-40B4-BE49-F238E27FC236}">
                <a16:creationId xmlns:a16="http://schemas.microsoft.com/office/drawing/2014/main" id="{B40D0037-46AB-35BD-45F9-82B4F803DC85}"/>
              </a:ext>
            </a:extLst>
          </p:cNvPr>
          <p:cNvSpPr txBox="1"/>
          <p:nvPr/>
        </p:nvSpPr>
        <p:spPr>
          <a:xfrm>
            <a:off x="11363473" y="115613"/>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3</a:t>
            </a:r>
            <a:r>
              <a:rPr sz="1600" b="1" i="0" u="none" dirty="0">
                <a:solidFill>
                  <a:srgbClr val="64748B"/>
                </a:solidFill>
                <a:effectLst>
                  <a:outerShdw blurRad="38100" dist="38100" dir="2700000" algn="tl">
                    <a:srgbClr val="000000">
                      <a:alpha val="43137"/>
                    </a:srgbClr>
                  </a:outerShdw>
                </a:effectLst>
                <a:latin typeface="Inter"/>
              </a:rPr>
              <a:t>/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36" name="Shape 4">
            <a:extLst>
              <a:ext uri="{FF2B5EF4-FFF2-40B4-BE49-F238E27FC236}">
                <a16:creationId xmlns:a16="http://schemas.microsoft.com/office/drawing/2014/main" id="{76924F73-5CBD-E082-3C48-62FF221570BF}"/>
              </a:ext>
            </a:extLst>
          </p:cNvPr>
          <p:cNvSpPr/>
          <p:nvPr/>
        </p:nvSpPr>
        <p:spPr>
          <a:xfrm>
            <a:off x="6732219" y="304800"/>
            <a:ext cx="138994" cy="6548383"/>
          </a:xfrm>
          <a:prstGeom prst="roundRect">
            <a:avLst>
              <a:gd name="adj" fmla="val 49999"/>
            </a:avLst>
          </a:prstGeom>
          <a:solidFill>
            <a:srgbClr val="FFFFFF">
              <a:alpha val="24000"/>
            </a:srgbClr>
          </a:solidFill>
          <a:ln/>
        </p:spPr>
      </p:sp>
      <p:sp>
        <p:nvSpPr>
          <p:cNvPr id="14" name="Rectangle 2">
            <a:extLst>
              <a:ext uri="{FF2B5EF4-FFF2-40B4-BE49-F238E27FC236}">
                <a16:creationId xmlns:a16="http://schemas.microsoft.com/office/drawing/2014/main" id="{583470C2-45C1-CDE7-3C23-180F4376F450}"/>
              </a:ext>
            </a:extLst>
          </p:cNvPr>
          <p:cNvSpPr>
            <a:spLocks noChangeArrowheads="1"/>
          </p:cNvSpPr>
          <p:nvPr/>
        </p:nvSpPr>
        <p:spPr bwMode="auto">
          <a:xfrm>
            <a:off x="6972850" y="3779246"/>
            <a:ext cx="4916927" cy="2482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01568" rIns="0" bIns="101568"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The Joint Comprehensive Plan of Action, or Iran Nuclear Deal,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was a 2015 agreement</a:t>
            </a:r>
            <a:r>
              <a:rPr lang="en-US" altLang="en-US" sz="1400" b="1" dirty="0">
                <a:solidFill>
                  <a:srgbClr val="FFCC66"/>
                </a:solidFill>
                <a:effectLst>
                  <a:outerShdw blurRad="38100" dist="38100" dir="2700000" algn="tl">
                    <a:srgbClr val="000000">
                      <a:alpha val="43137"/>
                    </a:srgbClr>
                  </a:outerShdw>
                </a:effectLst>
                <a:latin typeface="Arial" panose="020B0604020202020204" pitchFamily="34" charset="0"/>
              </a:rPr>
              <a:t> t</a:t>
            </a:r>
            <a:r>
              <a:rPr kumimoji="0" lang="en-US" altLang="en-US" sz="1400" b="1" i="0" u="none"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hat restricted Iran's nuclear program in exchange for sanctions relief. The accord effectively collapsed following the United States' withdrawal in 2018 and officially </a:t>
            </a:r>
            <a:r>
              <a:rPr lang="en-US" altLang="en-US" sz="1400" b="1" dirty="0">
                <a:solidFill>
                  <a:srgbClr val="FFCC66"/>
                </a:solidFill>
                <a:effectLst>
                  <a:outerShdw blurRad="38100" dist="38100" dir="2700000" algn="tl">
                    <a:srgbClr val="000000">
                      <a:alpha val="43137"/>
                    </a:srgbClr>
                  </a:outerShdw>
                </a:effectLst>
                <a:latin typeface="Arial" panose="020B0604020202020204" pitchFamily="34" charset="0"/>
              </a:rPr>
              <a:t>r</a:t>
            </a:r>
            <a:r>
              <a:rPr kumimoji="0" lang="en-US" altLang="en-US" sz="1400" b="1" i="0" u="none"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eached</a:t>
            </a:r>
            <a:r>
              <a:rPr lang="en-US" altLang="en-US" sz="1400" b="1" dirty="0">
                <a:solidFill>
                  <a:srgbClr val="FFCC66"/>
                </a:solidFill>
                <a:effectLst>
                  <a:outerShdw blurRad="38100" dist="38100" dir="2700000" algn="tl">
                    <a:srgbClr val="000000">
                      <a:alpha val="43137"/>
                    </a:srgbClr>
                  </a:outerShdw>
                </a:effectLst>
                <a:latin typeface="Arial" panose="020B0604020202020204" pitchFamily="34" charset="0"/>
              </a:rPr>
              <a:t> </a:t>
            </a:r>
            <a:r>
              <a:rPr kumimoji="0" lang="en-US" altLang="en-US" sz="1400" b="1" i="0" u="none" strike="noStrike" cap="none" normalizeH="0" baseline="0" dirty="0">
                <a:ln>
                  <a:noFill/>
                </a:ln>
                <a:solidFill>
                  <a:srgbClr val="FFCC66"/>
                </a:solidFill>
                <a:effectLst>
                  <a:outerShdw blurRad="38100" dist="38100" dir="2700000" algn="tl">
                    <a:srgbClr val="000000">
                      <a:alpha val="43137"/>
                    </a:srgbClr>
                  </a:outerShdw>
                </a:effectLst>
                <a:latin typeface="Arial" panose="020B0604020202020204" pitchFamily="34" charset="0"/>
              </a:rPr>
              <a:t>its 10-year expiration date in October 2025.</a:t>
            </a: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1" i="0" u="none" strike="noStrike" cap="none" normalizeH="0" baseline="0" dirty="0">
                <a:ln>
                  <a:noFill/>
                </a:ln>
                <a:solidFill>
                  <a:srgbClr val="FFC000"/>
                </a:solidFill>
                <a:effectLst>
                  <a:outerShdw blurRad="38100" dist="38100" dir="2700000" algn="tl">
                    <a:srgbClr val="000000">
                      <a:alpha val="43137"/>
                    </a:srgbClr>
                  </a:outerShdw>
                </a:effectLst>
                <a:latin typeface="Arial" panose="020B0604020202020204" pitchFamily="34" charset="0"/>
              </a:rPr>
            </a:br>
            <a:endParaRPr kumimoji="0" lang="en-US" altLang="en-US" sz="1600" b="1" i="0" u="none" strike="noStrike" cap="none" normalizeH="0" baseline="0" dirty="0">
              <a:ln>
                <a:noFill/>
              </a:ln>
              <a:solidFill>
                <a:srgbClr val="FFC000"/>
              </a:solidFill>
              <a:effectLst>
                <a:outerShdw blurRad="38100" dist="38100" dir="2700000" algn="tl">
                  <a:srgbClr val="000000">
                    <a:alpha val="43137"/>
                  </a:srgbClr>
                </a:outerShdw>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1" i="0" u="none" strike="noStrike" cap="none" normalizeH="0" baseline="0" dirty="0">
              <a:ln>
                <a:noFill/>
              </a:ln>
              <a:solidFill>
                <a:srgbClr val="FFC000"/>
              </a:solidFill>
              <a:effectLst>
                <a:outerShdw blurRad="38100" dist="38100" dir="2700000" algn="tl">
                  <a:srgbClr val="000000">
                    <a:alpha val="43137"/>
                  </a:srgbClr>
                </a:outerShdw>
              </a:effectLst>
              <a:latin typeface="Arial" panose="020B0604020202020204" pitchFamily="34" charset="0"/>
            </a:endParaRPr>
          </a:p>
        </p:txBody>
      </p:sp>
      <p:sp>
        <p:nvSpPr>
          <p:cNvPr id="15" name="Shape 9">
            <a:extLst>
              <a:ext uri="{FF2B5EF4-FFF2-40B4-BE49-F238E27FC236}">
                <a16:creationId xmlns:a16="http://schemas.microsoft.com/office/drawing/2014/main" id="{1E097DD4-F7D9-C02B-4367-23F617D84AE5}"/>
              </a:ext>
            </a:extLst>
          </p:cNvPr>
          <p:cNvSpPr/>
          <p:nvPr/>
        </p:nvSpPr>
        <p:spPr>
          <a:xfrm>
            <a:off x="6781068" y="3757680"/>
            <a:ext cx="264610" cy="19050"/>
          </a:xfrm>
          <a:prstGeom prst="roundRect">
            <a:avLst>
              <a:gd name="adj" fmla="val 49999"/>
            </a:avLst>
          </a:prstGeom>
          <a:solidFill>
            <a:srgbClr val="E2691D"/>
          </a:solidFill>
          <a:ln/>
        </p:spPr>
      </p:sp>
      <p:sp>
        <p:nvSpPr>
          <p:cNvPr id="16" name="Shape 10">
            <a:extLst>
              <a:ext uri="{FF2B5EF4-FFF2-40B4-BE49-F238E27FC236}">
                <a16:creationId xmlns:a16="http://schemas.microsoft.com/office/drawing/2014/main" id="{6FE6AC96-24BD-0375-9C35-30549116DE8A}"/>
              </a:ext>
            </a:extLst>
          </p:cNvPr>
          <p:cNvSpPr/>
          <p:nvPr/>
        </p:nvSpPr>
        <p:spPr>
          <a:xfrm>
            <a:off x="6750509" y="3717596"/>
            <a:ext cx="99216" cy="99219"/>
          </a:xfrm>
          <a:prstGeom prst="ellipse">
            <a:avLst/>
          </a:prstGeom>
          <a:solidFill>
            <a:srgbClr val="FC8337"/>
          </a:solidFill>
          <a:ln/>
        </p:spPr>
      </p:sp>
      <p:sp>
        <p:nvSpPr>
          <p:cNvPr id="3" name="Text 32">
            <a:extLst>
              <a:ext uri="{FF2B5EF4-FFF2-40B4-BE49-F238E27FC236}">
                <a16:creationId xmlns:a16="http://schemas.microsoft.com/office/drawing/2014/main" id="{95E52963-0F7D-5B2F-0826-D9E378296D71}"/>
              </a:ext>
            </a:extLst>
          </p:cNvPr>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cSld>
  <p:clrMapOvr>
    <a:masterClrMapping/>
  </p:clrMapOvr>
  <mc:AlternateContent xmlns:mc="http://schemas.openxmlformats.org/markup-compatibility/2006" xmlns:p14="http://schemas.microsoft.com/office/powerpoint/2010/main">
    <mc:Choice Requires="p14">
      <p:transition spd="slow" p14:dur="2250">
        <p14:doors dir="ver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16" fill="hold" nodeType="after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circle(in)">
                                      <p:cBhvr>
                                        <p:cTn id="7" dur="2750"/>
                                        <p:tgtEl>
                                          <p:spTgt spid="3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randombar(horizontal)">
                                      <p:cBhvr>
                                        <p:cTn id="10" dur="3500"/>
                                        <p:tgtEl>
                                          <p:spTgt spid="41"/>
                                        </p:tgtEl>
                                      </p:cBhvr>
                                    </p:animEffect>
                                  </p:childTnLst>
                                </p:cTn>
                              </p:par>
                              <p:par>
                                <p:cTn id="11" presetID="14" presetClass="entr" presetSubtype="10" fill="hold" nodeType="withEffect">
                                  <p:stCondLst>
                                    <p:cond delay="0"/>
                                  </p:stCondLst>
                                  <p:childTnLst>
                                    <p:set>
                                      <p:cBhvr>
                                        <p:cTn id="12" dur="1" fill="hold">
                                          <p:stCondLst>
                                            <p:cond delay="0"/>
                                          </p:stCondLst>
                                        </p:cTn>
                                        <p:tgtEl>
                                          <p:spTgt spid="42"/>
                                        </p:tgtEl>
                                        <p:attrNameLst>
                                          <p:attrName>style.visibility</p:attrName>
                                        </p:attrNameLst>
                                      </p:cBhvr>
                                      <p:to>
                                        <p:strVal val="visible"/>
                                      </p:to>
                                    </p:set>
                                    <p:animEffect transition="in" filter="randombar(horizontal)">
                                      <p:cBhvr>
                                        <p:cTn id="13" dur="3500"/>
                                        <p:tgtEl>
                                          <p:spTgt spid="42"/>
                                        </p:tgtEl>
                                      </p:cBhvr>
                                    </p:animEffect>
                                  </p:childTnLst>
                                </p:cTn>
                              </p:par>
                              <p:par>
                                <p:cTn id="14" presetID="14" presetClass="entr" presetSubtype="10" fill="hold" grpId="0" nodeType="withEffect">
                                  <p:stCondLst>
                                    <p:cond delay="0"/>
                                  </p:stCondLst>
                                  <p:childTnLst>
                                    <p:set>
                                      <p:cBhvr>
                                        <p:cTn id="15" dur="1" fill="hold">
                                          <p:stCondLst>
                                            <p:cond delay="0"/>
                                          </p:stCondLst>
                                        </p:cTn>
                                        <p:tgtEl>
                                          <p:spTgt spid="43"/>
                                        </p:tgtEl>
                                        <p:attrNameLst>
                                          <p:attrName>style.visibility</p:attrName>
                                        </p:attrNameLst>
                                      </p:cBhvr>
                                      <p:to>
                                        <p:strVal val="visible"/>
                                      </p:to>
                                    </p:set>
                                    <p:animEffect transition="in" filter="randombar(horizontal)">
                                      <p:cBhvr>
                                        <p:cTn id="16" dur="3500"/>
                                        <p:tgtEl>
                                          <p:spTgt spid="43"/>
                                        </p:tgtEl>
                                      </p:cBhvr>
                                    </p:animEffect>
                                  </p:childTnLst>
                                </p:cTn>
                              </p:par>
                              <p:par>
                                <p:cTn id="17" presetID="14" presetClass="entr" presetSubtype="1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randombar(horizontal)">
                                      <p:cBhvr>
                                        <p:cTn id="19" dur="3500"/>
                                        <p:tgtEl>
                                          <p:spTgt spid="44"/>
                                        </p:tgtEl>
                                      </p:cBhvr>
                                    </p:animEffect>
                                  </p:childTnLst>
                                </p:cTn>
                              </p:par>
                              <p:par>
                                <p:cTn id="20" presetID="14" presetClass="entr" presetSubtype="10" fill="hold" nodeType="with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randombar(horizontal)">
                                      <p:cBhvr>
                                        <p:cTn id="22" dur="3500"/>
                                        <p:tgtEl>
                                          <p:spTgt spid="45"/>
                                        </p:tgtEl>
                                      </p:cBhvr>
                                    </p:animEffect>
                                  </p:childTnLst>
                                </p:cTn>
                              </p:par>
                              <p:par>
                                <p:cTn id="23" presetID="14" presetClass="entr" presetSubtype="10" fill="hold" nodeType="withEffect">
                                  <p:stCondLst>
                                    <p:cond delay="0"/>
                                  </p:stCondLst>
                                  <p:childTnLst>
                                    <p:set>
                                      <p:cBhvr>
                                        <p:cTn id="24" dur="1" fill="hold">
                                          <p:stCondLst>
                                            <p:cond delay="0"/>
                                          </p:stCondLst>
                                        </p:cTn>
                                        <p:tgtEl>
                                          <p:spTgt spid="46"/>
                                        </p:tgtEl>
                                        <p:attrNameLst>
                                          <p:attrName>style.visibility</p:attrName>
                                        </p:attrNameLst>
                                      </p:cBhvr>
                                      <p:to>
                                        <p:strVal val="visible"/>
                                      </p:to>
                                    </p:set>
                                    <p:animEffect transition="in" filter="randombar(horizontal)">
                                      <p:cBhvr>
                                        <p:cTn id="25" dur="3500"/>
                                        <p:tgtEl>
                                          <p:spTgt spid="46"/>
                                        </p:tgtEl>
                                      </p:cBhvr>
                                    </p:animEffect>
                                  </p:childTnLst>
                                </p:cTn>
                              </p:par>
                              <p:par>
                                <p:cTn id="26" presetID="14" presetClass="entr" presetSubtype="10" fill="hold" grpId="0" nodeType="withEffect">
                                  <p:stCondLst>
                                    <p:cond delay="0"/>
                                  </p:stCondLst>
                                  <p:childTnLst>
                                    <p:set>
                                      <p:cBhvr>
                                        <p:cTn id="27" dur="1" fill="hold">
                                          <p:stCondLst>
                                            <p:cond delay="0"/>
                                          </p:stCondLst>
                                        </p:cTn>
                                        <p:tgtEl>
                                          <p:spTgt spid="52"/>
                                        </p:tgtEl>
                                        <p:attrNameLst>
                                          <p:attrName>style.visibility</p:attrName>
                                        </p:attrNameLst>
                                      </p:cBhvr>
                                      <p:to>
                                        <p:strVal val="visible"/>
                                      </p:to>
                                    </p:set>
                                    <p:animEffect transition="in" filter="randombar(horizontal)">
                                      <p:cBhvr>
                                        <p:cTn id="28" dur="3500"/>
                                        <p:tgtEl>
                                          <p:spTgt spid="52"/>
                                        </p:tgtEl>
                                      </p:cBhvr>
                                    </p:animEffect>
                                  </p:childTnLst>
                                </p:cTn>
                              </p:par>
                              <p:par>
                                <p:cTn id="29" presetID="14" presetClass="entr" presetSubtype="10" fill="hold" nodeType="with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randombar(horizontal)">
                                      <p:cBhvr>
                                        <p:cTn id="31" dur="3500"/>
                                        <p:tgtEl>
                                          <p:spTgt spid="53"/>
                                        </p:tgtEl>
                                      </p:cBhvr>
                                    </p:animEffect>
                                  </p:childTnLst>
                                </p:cTn>
                              </p:par>
                              <p:par>
                                <p:cTn id="32" presetID="14" presetClass="entr" presetSubtype="10" fill="hold" nodeType="withEffect">
                                  <p:stCondLst>
                                    <p:cond delay="0"/>
                                  </p:stCondLst>
                                  <p:childTnLst>
                                    <p:set>
                                      <p:cBhvr>
                                        <p:cTn id="33" dur="1" fill="hold">
                                          <p:stCondLst>
                                            <p:cond delay="0"/>
                                          </p:stCondLst>
                                        </p:cTn>
                                        <p:tgtEl>
                                          <p:spTgt spid="54"/>
                                        </p:tgtEl>
                                        <p:attrNameLst>
                                          <p:attrName>style.visibility</p:attrName>
                                        </p:attrNameLst>
                                      </p:cBhvr>
                                      <p:to>
                                        <p:strVal val="visible"/>
                                      </p:to>
                                    </p:set>
                                    <p:animEffect transition="in" filter="randombar(horizontal)">
                                      <p:cBhvr>
                                        <p:cTn id="34" dur="3500"/>
                                        <p:tgtEl>
                                          <p:spTgt spid="54"/>
                                        </p:tgtEl>
                                      </p:cBhvr>
                                    </p:animEffect>
                                  </p:childTnLst>
                                </p:cTn>
                              </p:par>
                              <p:par>
                                <p:cTn id="35" presetID="14" presetClass="entr" presetSubtype="1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randombar(horizontal)">
                                      <p:cBhvr>
                                        <p:cTn id="37" dur="3500"/>
                                        <p:tgtEl>
                                          <p:spTgt spid="57"/>
                                        </p:tgtEl>
                                      </p:cBhvr>
                                    </p:animEffect>
                                  </p:childTnLst>
                                </p:cTn>
                              </p:par>
                              <p:par>
                                <p:cTn id="38" presetID="14" presetClass="entr" presetSubtype="10" fill="hold" nodeType="with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randombar(horizontal)">
                                      <p:cBhvr>
                                        <p:cTn id="40" dur="3500"/>
                                        <p:tgtEl>
                                          <p:spTgt spid="58"/>
                                        </p:tgtEl>
                                      </p:cBhvr>
                                    </p:animEffect>
                                  </p:childTnLst>
                                </p:cTn>
                              </p:par>
                              <p:par>
                                <p:cTn id="41" presetID="14" presetClass="entr" presetSubtype="10" fill="hold" grpId="0" nodeType="withEffect">
                                  <p:stCondLst>
                                    <p:cond delay="0"/>
                                  </p:stCondLst>
                                  <p:childTnLst>
                                    <p:set>
                                      <p:cBhvr>
                                        <p:cTn id="42" dur="1" fill="hold">
                                          <p:stCondLst>
                                            <p:cond delay="0"/>
                                          </p:stCondLst>
                                        </p:cTn>
                                        <p:tgtEl>
                                          <p:spTgt spid="59"/>
                                        </p:tgtEl>
                                        <p:attrNameLst>
                                          <p:attrName>style.visibility</p:attrName>
                                        </p:attrNameLst>
                                      </p:cBhvr>
                                      <p:to>
                                        <p:strVal val="visible"/>
                                      </p:to>
                                    </p:set>
                                    <p:animEffect transition="in" filter="randombar(horizontal)">
                                      <p:cBhvr>
                                        <p:cTn id="43" dur="3500"/>
                                        <p:tgtEl>
                                          <p:spTgt spid="59"/>
                                        </p:tgtEl>
                                      </p:cBhvr>
                                    </p:animEffect>
                                  </p:childTnLst>
                                </p:cTn>
                              </p:par>
                              <p:par>
                                <p:cTn id="44" presetID="14" presetClass="entr" presetSubtype="10" fill="hold" grpId="0" nodeType="withEffect">
                                  <p:stCondLst>
                                    <p:cond delay="0"/>
                                  </p:stCondLst>
                                  <p:childTnLst>
                                    <p:set>
                                      <p:cBhvr>
                                        <p:cTn id="45" dur="1" fill="hold">
                                          <p:stCondLst>
                                            <p:cond delay="0"/>
                                          </p:stCondLst>
                                        </p:cTn>
                                        <p:tgtEl>
                                          <p:spTgt spid="8"/>
                                        </p:tgtEl>
                                        <p:attrNameLst>
                                          <p:attrName>style.visibility</p:attrName>
                                        </p:attrNameLst>
                                      </p:cBhvr>
                                      <p:to>
                                        <p:strVal val="visible"/>
                                      </p:to>
                                    </p:set>
                                    <p:animEffect transition="in" filter="randombar(horizontal)">
                                      <p:cBhvr>
                                        <p:cTn id="46" dur="3500"/>
                                        <p:tgtEl>
                                          <p:spTgt spid="8"/>
                                        </p:tgtEl>
                                      </p:cBhvr>
                                    </p:animEffect>
                                  </p:childTnLst>
                                </p:cTn>
                              </p:par>
                              <p:par>
                                <p:cTn id="47" presetID="14" presetClass="entr" presetSubtype="10" fill="hold" grpId="0" nodeType="with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randombar(horizontal)">
                                      <p:cBhvr>
                                        <p:cTn id="49" dur="3500"/>
                                        <p:tgtEl>
                                          <p:spTgt spid="10"/>
                                        </p:tgtEl>
                                      </p:cBhvr>
                                    </p:animEffect>
                                  </p:childTnLst>
                                </p:cTn>
                              </p:par>
                              <p:par>
                                <p:cTn id="50" presetID="14" presetClass="entr" presetSubtype="10" fill="hold" grpId="0" nodeType="with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randombar(horizontal)">
                                      <p:cBhvr>
                                        <p:cTn id="52" dur="3500"/>
                                        <p:tgtEl>
                                          <p:spTgt spid="14"/>
                                        </p:tgtEl>
                                      </p:cBhvr>
                                    </p:animEffect>
                                  </p:childTnLst>
                                </p:cTn>
                              </p:par>
                              <p:par>
                                <p:cTn id="53" presetID="14" presetClass="entr" presetSubtype="1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randombar(horizontal)">
                                      <p:cBhvr>
                                        <p:cTn id="55" dur="3500"/>
                                        <p:tgtEl>
                                          <p:spTgt spid="15"/>
                                        </p:tgtEl>
                                      </p:cBhvr>
                                    </p:animEffect>
                                  </p:childTnLst>
                                </p:cTn>
                              </p:par>
                              <p:par>
                                <p:cTn id="56" presetID="14" presetClass="entr" presetSubtype="10" fill="hold" nodeType="with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randombar(horizontal)">
                                      <p:cBhvr>
                                        <p:cTn id="58" dur="3500"/>
                                        <p:tgtEl>
                                          <p:spTgt spid="1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fade">
                                      <p:cBhvr>
                                        <p:cTn id="61" dur="2500"/>
                                        <p:tgtEl>
                                          <p:spTgt spid="6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
                                        </p:tgtEl>
                                        <p:attrNameLst>
                                          <p:attrName>style.visibility</p:attrName>
                                        </p:attrNameLst>
                                      </p:cBhvr>
                                      <p:to>
                                        <p:strVal val="visible"/>
                                      </p:to>
                                    </p:set>
                                    <p:animEffect transition="in" filter="fade">
                                      <p:cBhvr>
                                        <p:cTn id="64" dur="2500"/>
                                        <p:tgtEl>
                                          <p:spTgt spid="2"/>
                                        </p:tgtEl>
                                      </p:cBhvr>
                                    </p:animEffect>
                                  </p:childTnLst>
                                </p:cTn>
                              </p:par>
                            </p:childTnLst>
                          </p:cTn>
                        </p:par>
                        <p:par>
                          <p:cTn id="65" fill="hold">
                            <p:stCondLst>
                              <p:cond delay="3500"/>
                            </p:stCondLst>
                            <p:childTnLst>
                              <p:par>
                                <p:cTn id="66" presetID="16" presetClass="entr" presetSubtype="21" fill="hold" grpId="0" nodeType="afterEffect">
                                  <p:stCondLst>
                                    <p:cond delay="0"/>
                                  </p:stCondLst>
                                  <p:childTnLst>
                                    <p:set>
                                      <p:cBhvr>
                                        <p:cTn id="67" dur="1" fill="hold">
                                          <p:stCondLst>
                                            <p:cond delay="0"/>
                                          </p:stCondLst>
                                        </p:cTn>
                                        <p:tgtEl>
                                          <p:spTgt spid="56"/>
                                        </p:tgtEl>
                                        <p:attrNameLst>
                                          <p:attrName>style.visibility</p:attrName>
                                        </p:attrNameLst>
                                      </p:cBhvr>
                                      <p:to>
                                        <p:strVal val="visible"/>
                                      </p:to>
                                    </p:set>
                                    <p:animEffect transition="in" filter="barn(inVertical)">
                                      <p:cBhvr>
                                        <p:cTn id="68" dur="2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52" grpId="0" animBg="1"/>
      <p:bldP spid="56" grpId="0" animBg="1"/>
      <p:bldP spid="59" grpId="0" animBg="1"/>
      <p:bldP spid="60" grpId="0" animBg="1"/>
      <p:bldP spid="2" grpId="0" animBg="1"/>
      <p:bldP spid="8" grpId="0"/>
      <p:bldP spid="10"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76261-E327-347E-61A8-D266017C6A62}"/>
              </a:ext>
            </a:extLst>
          </p:cNvPr>
          <p:cNvSpPr>
            <a:spLocks noGrp="1"/>
          </p:cNvSpPr>
          <p:nvPr>
            <p:ph type="ctrTitle"/>
          </p:nvPr>
        </p:nvSpPr>
        <p:spPr/>
        <p:txBody>
          <a:bodyPr/>
          <a:lstStyle/>
          <a:p>
            <a:endParaRPr lang="en-US">
              <a:effectLst>
                <a:outerShdw blurRad="38100" dist="38100" dir="2700000" algn="tl">
                  <a:srgbClr val="000000">
                    <a:alpha val="43137"/>
                  </a:srgbClr>
                </a:outerShdw>
              </a:effectLst>
            </a:endParaRPr>
          </a:p>
        </p:txBody>
      </p:sp>
      <p:sp>
        <p:nvSpPr>
          <p:cNvPr id="3" name="Subtitle 2">
            <a:extLst>
              <a:ext uri="{FF2B5EF4-FFF2-40B4-BE49-F238E27FC236}">
                <a16:creationId xmlns:a16="http://schemas.microsoft.com/office/drawing/2014/main" id="{CCD4BDB7-C1A7-CD56-E2AF-11136A60929C}"/>
              </a:ext>
            </a:extLst>
          </p:cNvPr>
          <p:cNvSpPr>
            <a:spLocks noGrp="1"/>
          </p:cNvSpPr>
          <p:nvPr>
            <p:ph type="subTitle" idx="1"/>
          </p:nvPr>
        </p:nvSpPr>
        <p:spPr>
          <a:xfrm>
            <a:off x="1762273" y="5552136"/>
            <a:ext cx="9144000" cy="1655762"/>
          </a:xfrm>
        </p:spPr>
        <p:txBody>
          <a:bodyPr/>
          <a:lstStyle/>
          <a:p>
            <a:endParaRPr lang="en-US">
              <a:effectLst>
                <a:outerShdw blurRad="38100" dist="38100" dir="2700000" algn="tl">
                  <a:srgbClr val="000000">
                    <a:alpha val="43137"/>
                  </a:srgbClr>
                </a:outerShdw>
              </a:effectLst>
            </a:endParaRPr>
          </a:p>
        </p:txBody>
      </p:sp>
      <p:pic>
        <p:nvPicPr>
          <p:cNvPr id="5" name="Picture 4">
            <a:extLst>
              <a:ext uri="{FF2B5EF4-FFF2-40B4-BE49-F238E27FC236}">
                <a16:creationId xmlns:a16="http://schemas.microsoft.com/office/drawing/2014/main" id="{678E4D21-D0AF-E2DD-51A8-FCC5A215EF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1316"/>
          </a:xfrm>
          <a:prstGeom prst="rect">
            <a:avLst/>
          </a:prstGeom>
        </p:spPr>
      </p:pic>
      <p:sp>
        <p:nvSpPr>
          <p:cNvPr id="4" name="TextBox 3">
            <a:extLst>
              <a:ext uri="{FF2B5EF4-FFF2-40B4-BE49-F238E27FC236}">
                <a16:creationId xmlns:a16="http://schemas.microsoft.com/office/drawing/2014/main" id="{E4D8F201-D22E-7289-6A12-B59DF4006868}"/>
              </a:ext>
            </a:extLst>
          </p:cNvPr>
          <p:cNvSpPr txBox="1"/>
          <p:nvPr/>
        </p:nvSpPr>
        <p:spPr>
          <a:xfrm>
            <a:off x="11363473" y="115613"/>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dirty="0">
                <a:solidFill>
                  <a:srgbClr val="64748B"/>
                </a:solidFill>
                <a:effectLst>
                  <a:outerShdw blurRad="38100" dist="38100" dir="2700000" algn="tl">
                    <a:srgbClr val="000000">
                      <a:alpha val="43137"/>
                    </a:srgbClr>
                  </a:outerShdw>
                </a:effectLst>
                <a:latin typeface="Inter"/>
              </a:rPr>
              <a:t>4</a:t>
            </a:r>
            <a:r>
              <a:rPr sz="1600" b="1" i="0" u="none" dirty="0">
                <a:solidFill>
                  <a:srgbClr val="64748B"/>
                </a:solidFill>
                <a:effectLst>
                  <a:outerShdw blurRad="38100" dist="38100" dir="2700000" algn="tl">
                    <a:srgbClr val="000000">
                      <a:alpha val="43137"/>
                    </a:srgbClr>
                  </a:outerShdw>
                </a:effectLst>
                <a:latin typeface="Inter"/>
              </a:rPr>
              <a:t>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7" name="Rounded Rectangle 1"/>
          <p:cNvSpPr/>
          <p:nvPr/>
        </p:nvSpPr>
        <p:spPr>
          <a:xfrm>
            <a:off x="847873" y="5069535"/>
            <a:ext cx="3454449" cy="1762125"/>
          </a:xfrm>
          <a:prstGeom prst="roundRect">
            <a:avLst>
              <a:gd name="adj" fmla="val 6486"/>
            </a:avLst>
          </a:prstGeom>
          <a:gradFill flip="none" rotWithShape="1">
            <a:gsLst>
              <a:gs pos="0">
                <a:schemeClr val="accent6">
                  <a:lumMod val="40000"/>
                  <a:lumOff val="60000"/>
                  <a:shade val="30000"/>
                  <a:satMod val="115000"/>
                </a:schemeClr>
              </a:gs>
              <a:gs pos="50000">
                <a:schemeClr val="accent6">
                  <a:lumMod val="40000"/>
                  <a:lumOff val="60000"/>
                  <a:shade val="67500"/>
                  <a:satMod val="115000"/>
                </a:schemeClr>
              </a:gs>
              <a:gs pos="100000">
                <a:schemeClr val="accent6">
                  <a:lumMod val="40000"/>
                  <a:lumOff val="60000"/>
                  <a:shade val="100000"/>
                  <a:satMod val="115000"/>
                </a:schemeClr>
              </a:gs>
            </a:gsLst>
            <a:lin ang="10800000" scaled="1"/>
            <a:tileRect/>
          </a:gradFill>
          <a:ln/>
        </p:spPr>
        <p:style>
          <a:lnRef idx="2">
            <a:schemeClr val="accent3"/>
          </a:lnRef>
          <a:fillRef idx="1">
            <a:schemeClr val="lt1"/>
          </a:fillRef>
          <a:effectRef idx="0">
            <a:schemeClr val="accent3"/>
          </a:effectRef>
          <a:fontRef idx="minor">
            <a:schemeClr val="dk1"/>
          </a:fontRef>
        </p:style>
        <p:txBody>
          <a:bodyPr rtlCol="0" anchor="ctr"/>
          <a:lstStyle/>
          <a:p>
            <a:pPr algn="ctr"/>
            <a:endParaRPr>
              <a:effectLst>
                <a:outerShdw blurRad="38100" dist="38100" dir="2700000" algn="tl">
                  <a:srgbClr val="000000">
                    <a:alpha val="43137"/>
                  </a:srgbClr>
                </a:outerShdw>
              </a:effectLst>
            </a:endParaRPr>
          </a:p>
        </p:txBody>
      </p:sp>
      <p:sp>
        <p:nvSpPr>
          <p:cNvPr id="8" name="Rounded Rectangle 2"/>
          <p:cNvSpPr/>
          <p:nvPr/>
        </p:nvSpPr>
        <p:spPr>
          <a:xfrm>
            <a:off x="4607122" y="5069535"/>
            <a:ext cx="3454449" cy="1762125"/>
          </a:xfrm>
          <a:prstGeom prst="roundRect">
            <a:avLst>
              <a:gd name="adj" fmla="val 6486"/>
            </a:avLst>
          </a:prstGeom>
          <a:gradFill flip="none" rotWithShape="1">
            <a:gsLst>
              <a:gs pos="0">
                <a:schemeClr val="bg2">
                  <a:lumMod val="90000"/>
                  <a:shade val="30000"/>
                  <a:satMod val="115000"/>
                </a:schemeClr>
              </a:gs>
              <a:gs pos="50000">
                <a:schemeClr val="bg2">
                  <a:lumMod val="90000"/>
                  <a:shade val="67500"/>
                  <a:satMod val="115000"/>
                </a:schemeClr>
              </a:gs>
              <a:gs pos="100000">
                <a:schemeClr val="bg2">
                  <a:lumMod val="90000"/>
                  <a:shade val="100000"/>
                  <a:satMod val="115000"/>
                </a:schemeClr>
              </a:gs>
            </a:gsLst>
            <a:path path="circle">
              <a:fillToRect l="50000" t="50000" r="50000" b="50000"/>
            </a:path>
            <a:tileRect/>
          </a:gradFill>
          <a:ln/>
        </p:spPr>
        <p:style>
          <a:lnRef idx="2">
            <a:schemeClr val="accent6"/>
          </a:lnRef>
          <a:fillRef idx="1">
            <a:schemeClr val="lt1"/>
          </a:fillRef>
          <a:effectRef idx="0">
            <a:schemeClr val="accent6"/>
          </a:effectRef>
          <a:fontRef idx="minor">
            <a:schemeClr val="dk1"/>
          </a:fontRef>
        </p:style>
        <p:txBody>
          <a:bodyPr rtlCol="0" anchor="ctr"/>
          <a:lstStyle/>
          <a:p>
            <a:pPr algn="ctr"/>
            <a:endParaRPr>
              <a:effectLst>
                <a:outerShdw blurRad="38100" dist="38100" dir="2700000" algn="tl">
                  <a:srgbClr val="000000">
                    <a:alpha val="43137"/>
                  </a:srgbClr>
                </a:outerShdw>
              </a:effectLst>
            </a:endParaRPr>
          </a:p>
        </p:txBody>
      </p:sp>
      <p:sp>
        <p:nvSpPr>
          <p:cNvPr id="9" name="Rounded Rectangle 3"/>
          <p:cNvSpPr/>
          <p:nvPr/>
        </p:nvSpPr>
        <p:spPr>
          <a:xfrm>
            <a:off x="8366372" y="5069535"/>
            <a:ext cx="3454449" cy="1762125"/>
          </a:xfrm>
          <a:prstGeom prst="roundRect">
            <a:avLst>
              <a:gd name="adj" fmla="val 6486"/>
            </a:avLst>
          </a:prstGeom>
          <a:solidFill>
            <a:srgbClr val="8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a:effectLst>
                <a:outerShdw blurRad="38100" dist="38100" dir="2700000" algn="tl">
                  <a:srgbClr val="000000">
                    <a:alpha val="43137"/>
                  </a:srgbClr>
                </a:outerShdw>
              </a:effectLst>
            </a:endParaRPr>
          </a:p>
        </p:txBody>
      </p:sp>
      <p:sp>
        <p:nvSpPr>
          <p:cNvPr id="10" name="TextBox 9"/>
          <p:cNvSpPr txBox="1"/>
          <p:nvPr/>
        </p:nvSpPr>
        <p:spPr>
          <a:xfrm>
            <a:off x="609600" y="933450"/>
            <a:ext cx="7257564" cy="415498"/>
          </a:xfrm>
          <a:prstGeom prst="rect">
            <a:avLst/>
          </a:prstGeom>
          <a:noFill/>
        </p:spPr>
        <p:txBody>
          <a:bodyPr wrap="none" lIns="0" tIns="0" rIns="0" bIns="0" anchor="t">
            <a:spAutoFit/>
          </a:bodyPr>
          <a:lstStyle/>
          <a:p>
            <a:pPr algn="l"/>
            <a:r>
              <a:rPr sz="2700" b="1" i="0" u="sng" dirty="0">
                <a:solidFill>
                  <a:srgbClr val="FFC000"/>
                </a:solidFill>
                <a:effectLst>
                  <a:outerShdw blurRad="38100" dist="38100" dir="2700000" algn="tl">
                    <a:srgbClr val="000000">
                      <a:alpha val="43137"/>
                    </a:srgbClr>
                  </a:outerShdw>
                </a:effectLst>
                <a:latin typeface="Space Grotesk"/>
              </a:rPr>
              <a:t>Khamenei Leadership &amp; Regional Forward Defense</a:t>
            </a:r>
          </a:p>
        </p:txBody>
      </p:sp>
      <p:sp>
        <p:nvSpPr>
          <p:cNvPr id="11" name="TextBox 10"/>
          <p:cNvSpPr txBox="1"/>
          <p:nvPr/>
        </p:nvSpPr>
        <p:spPr>
          <a:xfrm>
            <a:off x="609600" y="533400"/>
            <a:ext cx="1586973" cy="161583"/>
          </a:xfrm>
          <a:prstGeom prst="rect">
            <a:avLst/>
          </a:prstGeom>
          <a:noFill/>
        </p:spPr>
        <p:txBody>
          <a:bodyPr wrap="none" lIns="0" tIns="0" rIns="0" bIns="0" anchor="t">
            <a:spAutoFit/>
          </a:bodyPr>
          <a:lstStyle/>
          <a:p>
            <a:pPr algn="l"/>
            <a:r>
              <a:rPr sz="1050" b="1" i="0" u="none">
                <a:solidFill>
                  <a:srgbClr val="E11D48"/>
                </a:solidFill>
                <a:effectLst>
                  <a:outerShdw blurRad="38100" dist="38100" dir="2700000" algn="tl">
                    <a:srgbClr val="000000">
                      <a:alpha val="43137"/>
                    </a:srgbClr>
                  </a:outerShdw>
                </a:effectLst>
                <a:latin typeface="Space Grotesk"/>
              </a:rPr>
              <a:t>1989–2000S • MODERN ERA</a:t>
            </a:r>
          </a:p>
        </p:txBody>
      </p:sp>
      <p:sp>
        <p:nvSpPr>
          <p:cNvPr id="13" name="TextBox 12"/>
          <p:cNvSpPr txBox="1"/>
          <p:nvPr/>
        </p:nvSpPr>
        <p:spPr>
          <a:xfrm>
            <a:off x="1162198" y="5383860"/>
            <a:ext cx="1684564" cy="253916"/>
          </a:xfrm>
          <a:prstGeom prst="rect">
            <a:avLst/>
          </a:prstGeom>
          <a:noFill/>
        </p:spPr>
        <p:txBody>
          <a:bodyPr wrap="none" lIns="0" tIns="0" rIns="0" bIns="0" anchor="t">
            <a:spAutoFit/>
          </a:bodyPr>
          <a:lstStyle/>
          <a:p>
            <a:pPr algn="l"/>
            <a:r>
              <a:rPr sz="1650" b="1" i="0" u="none" dirty="0">
                <a:solidFill>
                  <a:srgbClr val="0F172A"/>
                </a:solidFill>
                <a:effectLst>
                  <a:outerShdw blurRad="38100" dist="38100" dir="2700000" algn="tl">
                    <a:srgbClr val="000000">
                      <a:alpha val="43137"/>
                    </a:srgbClr>
                  </a:outerShdw>
                </a:effectLst>
                <a:latin typeface="Inter"/>
              </a:rPr>
              <a:t>IRGC Centralization</a:t>
            </a:r>
          </a:p>
        </p:txBody>
      </p:sp>
      <p:sp>
        <p:nvSpPr>
          <p:cNvPr id="14" name="TextBox 13"/>
          <p:cNvSpPr txBox="1"/>
          <p:nvPr/>
        </p:nvSpPr>
        <p:spPr>
          <a:xfrm>
            <a:off x="1162198" y="5745810"/>
            <a:ext cx="2921049" cy="771525"/>
          </a:xfrm>
          <a:prstGeom prst="rect">
            <a:avLst/>
          </a:prstGeom>
          <a:noFill/>
        </p:spPr>
        <p:txBody>
          <a:bodyPr wrap="square" lIns="0" tIns="0" rIns="0" bIns="0" anchor="t">
            <a:spAutoFit/>
          </a:bodyPr>
          <a:lstStyle/>
          <a:p>
            <a:pPr algn="l">
              <a:lnSpc>
                <a:spcPts val="2025"/>
              </a:lnSpc>
            </a:pPr>
            <a:r>
              <a:rPr sz="1350" b="0" i="0" u="none" dirty="0">
                <a:solidFill>
                  <a:schemeClr val="accent3">
                    <a:lumMod val="75000"/>
                  </a:schemeClr>
                </a:solidFill>
                <a:effectLst>
                  <a:outerShdw blurRad="38100" dist="38100" dir="2700000" algn="tl">
                    <a:srgbClr val="000000">
                      <a:alpha val="43137"/>
                    </a:srgbClr>
                  </a:outerShdw>
                </a:effectLst>
                <a:latin typeface="Inter"/>
              </a:rPr>
              <a:t>Empowered Islamic Revolutionary Guard Corps across domestic economy and foreign policy.</a:t>
            </a:r>
          </a:p>
        </p:txBody>
      </p:sp>
      <p:sp>
        <p:nvSpPr>
          <p:cNvPr id="15" name="TextBox 14"/>
          <p:cNvSpPr txBox="1"/>
          <p:nvPr/>
        </p:nvSpPr>
        <p:spPr>
          <a:xfrm>
            <a:off x="4921447" y="5383860"/>
            <a:ext cx="1563441" cy="253916"/>
          </a:xfrm>
          <a:prstGeom prst="rect">
            <a:avLst/>
          </a:prstGeom>
          <a:noFill/>
        </p:spPr>
        <p:txBody>
          <a:bodyPr wrap="none" lIns="0" tIns="0" rIns="0" bIns="0" anchor="t">
            <a:spAutoFit/>
          </a:bodyPr>
          <a:lstStyle/>
          <a:p>
            <a:pPr algn="l"/>
            <a:r>
              <a:rPr sz="1650" b="1" i="0" u="none" dirty="0">
                <a:solidFill>
                  <a:srgbClr val="0F172A"/>
                </a:solidFill>
                <a:effectLst>
                  <a:outerShdw blurRad="38100" dist="38100" dir="2700000" algn="tl">
                    <a:srgbClr val="000000">
                      <a:alpha val="43137"/>
                    </a:srgbClr>
                  </a:outerShdw>
                </a:effectLst>
                <a:latin typeface="Inter"/>
              </a:rPr>
              <a:t>Axis of Resistance</a:t>
            </a:r>
          </a:p>
        </p:txBody>
      </p:sp>
      <p:sp>
        <p:nvSpPr>
          <p:cNvPr id="16" name="TextBox 15"/>
          <p:cNvSpPr txBox="1"/>
          <p:nvPr/>
        </p:nvSpPr>
        <p:spPr>
          <a:xfrm>
            <a:off x="4921447" y="5745810"/>
            <a:ext cx="2921049" cy="1007520"/>
          </a:xfrm>
          <a:prstGeom prst="rect">
            <a:avLst/>
          </a:prstGeom>
          <a:noFill/>
        </p:spPr>
        <p:txBody>
          <a:bodyPr wrap="square" lIns="0" tIns="0" rIns="0" bIns="0" anchor="t">
            <a:spAutoFit/>
          </a:bodyPr>
          <a:lstStyle/>
          <a:p>
            <a:pPr algn="l">
              <a:lnSpc>
                <a:spcPts val="2025"/>
              </a:lnSpc>
            </a:pPr>
            <a:r>
              <a:rPr sz="1350" b="0" i="0" u="none" dirty="0">
                <a:solidFill>
                  <a:srgbClr val="002060"/>
                </a:solidFill>
                <a:effectLst>
                  <a:outerShdw blurRad="38100" dist="38100" dir="2700000" algn="tl">
                    <a:srgbClr val="000000">
                      <a:alpha val="43137"/>
                    </a:srgbClr>
                  </a:outerShdw>
                </a:effectLst>
                <a:latin typeface="Inter"/>
              </a:rPr>
              <a:t>Constructed alliance network across Lebanon, Iraq, Syria, and Yemen for deterrence</a:t>
            </a:r>
            <a:r>
              <a:rPr lang="en-US" sz="1350" b="0" i="0" u="none" dirty="0">
                <a:solidFill>
                  <a:srgbClr val="002060"/>
                </a:solidFill>
                <a:effectLst>
                  <a:outerShdw blurRad="38100" dist="38100" dir="2700000" algn="tl">
                    <a:srgbClr val="000000">
                      <a:alpha val="43137"/>
                    </a:srgbClr>
                  </a:outerShdw>
                </a:effectLst>
                <a:latin typeface="Inter"/>
              </a:rPr>
              <a:t> such as Hezbollah, Houthi, Hamas, etc</a:t>
            </a:r>
            <a:r>
              <a:rPr sz="1350" b="0" i="0" u="none" dirty="0">
                <a:solidFill>
                  <a:srgbClr val="002060"/>
                </a:solidFill>
                <a:effectLst>
                  <a:outerShdw blurRad="38100" dist="38100" dir="2700000" algn="tl">
                    <a:srgbClr val="000000">
                      <a:alpha val="43137"/>
                    </a:srgbClr>
                  </a:outerShdw>
                </a:effectLst>
                <a:latin typeface="Inter"/>
              </a:rPr>
              <a:t>.</a:t>
            </a:r>
            <a:r>
              <a:rPr lang="en-US" sz="1350" b="0" i="0" u="none" dirty="0">
                <a:solidFill>
                  <a:srgbClr val="002060"/>
                </a:solidFill>
                <a:effectLst>
                  <a:outerShdw blurRad="38100" dist="38100" dir="2700000" algn="tl">
                    <a:srgbClr val="000000">
                      <a:alpha val="43137"/>
                    </a:srgbClr>
                  </a:outerShdw>
                </a:effectLst>
                <a:latin typeface="Inter"/>
              </a:rPr>
              <a:t>, pulling Israel in the war</a:t>
            </a:r>
            <a:endParaRPr sz="1350" b="0" i="0" u="none" dirty="0">
              <a:solidFill>
                <a:srgbClr val="002060"/>
              </a:solidFill>
              <a:effectLst>
                <a:outerShdw blurRad="38100" dist="38100" dir="2700000" algn="tl">
                  <a:srgbClr val="000000">
                    <a:alpha val="43137"/>
                  </a:srgbClr>
                </a:outerShdw>
              </a:effectLst>
              <a:latin typeface="Inter"/>
            </a:endParaRPr>
          </a:p>
        </p:txBody>
      </p:sp>
      <p:sp>
        <p:nvSpPr>
          <p:cNvPr id="17" name="TextBox 16"/>
          <p:cNvSpPr txBox="1"/>
          <p:nvPr/>
        </p:nvSpPr>
        <p:spPr>
          <a:xfrm>
            <a:off x="8680697" y="5383860"/>
            <a:ext cx="2084353" cy="253916"/>
          </a:xfrm>
          <a:prstGeom prst="rect">
            <a:avLst/>
          </a:prstGeom>
          <a:noFill/>
        </p:spPr>
        <p:txBody>
          <a:bodyPr wrap="none" lIns="0" tIns="0" rIns="0" bIns="0" anchor="t">
            <a:spAutoFit/>
          </a:bodyPr>
          <a:lstStyle/>
          <a:p>
            <a:pPr algn="l"/>
            <a:r>
              <a:rPr sz="1650" b="1" i="0" u="none">
                <a:solidFill>
                  <a:srgbClr val="0F172A"/>
                </a:solidFill>
                <a:effectLst>
                  <a:outerShdw blurRad="38100" dist="38100" dir="2700000" algn="tl">
                    <a:srgbClr val="000000">
                      <a:alpha val="43137"/>
                    </a:srgbClr>
                  </a:outerShdw>
                </a:effectLst>
                <a:latin typeface="Inter"/>
              </a:rPr>
              <a:t>Clandestine Enrichment</a:t>
            </a:r>
          </a:p>
        </p:txBody>
      </p:sp>
      <p:sp>
        <p:nvSpPr>
          <p:cNvPr id="18" name="TextBox 17"/>
          <p:cNvSpPr txBox="1"/>
          <p:nvPr/>
        </p:nvSpPr>
        <p:spPr>
          <a:xfrm>
            <a:off x="8680697" y="5745810"/>
            <a:ext cx="2921049" cy="771525"/>
          </a:xfrm>
          <a:prstGeom prst="rect">
            <a:avLst/>
          </a:prstGeom>
          <a:noFill/>
        </p:spPr>
        <p:txBody>
          <a:bodyPr wrap="square" lIns="0" tIns="0" rIns="0" bIns="0" anchor="t">
            <a:spAutoFit/>
          </a:bodyPr>
          <a:lstStyle/>
          <a:p>
            <a:pPr algn="l">
              <a:lnSpc>
                <a:spcPts val="2025"/>
              </a:lnSpc>
            </a:pPr>
            <a:r>
              <a:rPr sz="1350" b="0" i="0" u="none" dirty="0">
                <a:solidFill>
                  <a:srgbClr val="FFCC66"/>
                </a:solidFill>
                <a:effectLst>
                  <a:outerShdw blurRad="38100" dist="38100" dir="2700000" algn="tl">
                    <a:srgbClr val="000000">
                      <a:alpha val="43137"/>
                    </a:srgbClr>
                  </a:outerShdw>
                </a:effectLst>
                <a:latin typeface="Inter"/>
              </a:rPr>
              <a:t>Resumed underground uranium enrichment infrastructure in the late 1980s and 1990s.</a:t>
            </a:r>
          </a:p>
        </p:txBody>
      </p:sp>
    </p:spTree>
    <p:extLst>
      <p:ext uri="{BB962C8B-B14F-4D97-AF65-F5344CB8AC3E}">
        <p14:creationId xmlns:p14="http://schemas.microsoft.com/office/powerpoint/2010/main" val="36060530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3000"/>
                                        <p:tgtEl>
                                          <p:spTgt spid="10"/>
                                        </p:tgtEl>
                                      </p:cBhvr>
                                    </p:animEffect>
                                  </p:childTnLst>
                                </p:cTn>
                              </p:par>
                            </p:childTnLst>
                          </p:cTn>
                        </p:par>
                        <p:par>
                          <p:cTn id="8" fill="hold">
                            <p:stCondLst>
                              <p:cond delay="3000"/>
                            </p:stCondLst>
                            <p:childTnLst>
                              <p:par>
                                <p:cTn id="9" presetID="10"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2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82D41E6-8476-97C7-EA29-F1408B401A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639"/>
            <a:ext cx="12192000" cy="7178810"/>
          </a:xfrm>
          <a:prstGeom prst="rect">
            <a:avLst/>
          </a:prstGeom>
        </p:spPr>
      </p:pic>
      <p:sp>
        <p:nvSpPr>
          <p:cNvPr id="2" name="Title 1">
            <a:extLst>
              <a:ext uri="{FF2B5EF4-FFF2-40B4-BE49-F238E27FC236}">
                <a16:creationId xmlns:a16="http://schemas.microsoft.com/office/drawing/2014/main" id="{2DB06BE4-6FD8-34CD-FEBF-92C7A7BE503F}"/>
              </a:ext>
            </a:extLst>
          </p:cNvPr>
          <p:cNvSpPr>
            <a:spLocks noGrp="1"/>
          </p:cNvSpPr>
          <p:nvPr>
            <p:ph type="title"/>
          </p:nvPr>
        </p:nvSpPr>
        <p:spPr>
          <a:xfrm flipV="1">
            <a:off x="-104191" y="-57639"/>
            <a:ext cx="10515600" cy="45719"/>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5F00DCBC-5BF0-BC9D-1674-64F2E53332EF}"/>
              </a:ext>
            </a:extLst>
          </p:cNvPr>
          <p:cNvSpPr>
            <a:spLocks noGrp="1"/>
          </p:cNvSpPr>
          <p:nvPr>
            <p:ph idx="1"/>
          </p:nvPr>
        </p:nvSpPr>
        <p:spPr>
          <a:xfrm flipH="1">
            <a:off x="12679979" y="902500"/>
            <a:ext cx="45719" cy="4351338"/>
          </a:xfrm>
        </p:spPr>
        <p:txBody>
          <a:bodyPr/>
          <a:lstStyle/>
          <a:p>
            <a:endParaRPr lang="en-US" b="1" dirty="0">
              <a:effectLst>
                <a:outerShdw blurRad="38100" dist="38100" dir="2700000" algn="tl">
                  <a:srgbClr val="000000">
                    <a:alpha val="43137"/>
                  </a:srgbClr>
                </a:outerShdw>
              </a:effectLst>
            </a:endParaRPr>
          </a:p>
        </p:txBody>
      </p:sp>
      <p:sp>
        <p:nvSpPr>
          <p:cNvPr id="4" name="TextBox 3">
            <a:extLst>
              <a:ext uri="{FF2B5EF4-FFF2-40B4-BE49-F238E27FC236}">
                <a16:creationId xmlns:a16="http://schemas.microsoft.com/office/drawing/2014/main" id="{1E855438-B00C-6D72-2F79-C0CE778339C0}"/>
              </a:ext>
            </a:extLst>
          </p:cNvPr>
          <p:cNvSpPr txBox="1"/>
          <p:nvPr/>
        </p:nvSpPr>
        <p:spPr>
          <a:xfrm>
            <a:off x="11409904" y="70220"/>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05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12" name="Shape 0">
            <a:extLst>
              <a:ext uri="{FF2B5EF4-FFF2-40B4-BE49-F238E27FC236}">
                <a16:creationId xmlns:a16="http://schemas.microsoft.com/office/drawing/2014/main" id="{EEBF8A2E-F859-BF88-7C8C-7198DA45F068}"/>
              </a:ext>
            </a:extLst>
          </p:cNvPr>
          <p:cNvSpPr/>
          <p:nvPr/>
        </p:nvSpPr>
        <p:spPr>
          <a:xfrm>
            <a:off x="579900" y="695033"/>
            <a:ext cx="1002878" cy="258465"/>
          </a:xfrm>
          <a:prstGeom prst="roundRect">
            <a:avLst>
              <a:gd name="adj" fmla="val 47389"/>
            </a:avLst>
          </a:prstGeom>
          <a:noFill/>
          <a:ln w="12700">
            <a:solidFill>
              <a:srgbClr val="FC8337"/>
            </a:solidFill>
            <a:prstDash val="solid"/>
          </a:ln>
        </p:spPr>
      </p:sp>
      <p:sp>
        <p:nvSpPr>
          <p:cNvPr id="13" name="Text 1">
            <a:extLst>
              <a:ext uri="{FF2B5EF4-FFF2-40B4-BE49-F238E27FC236}">
                <a16:creationId xmlns:a16="http://schemas.microsoft.com/office/drawing/2014/main" id="{521E6202-5B4D-B8DE-7A2E-C6CF1BD4FD99}"/>
              </a:ext>
            </a:extLst>
          </p:cNvPr>
          <p:cNvSpPr/>
          <p:nvPr/>
        </p:nvSpPr>
        <p:spPr>
          <a:xfrm>
            <a:off x="681894" y="746032"/>
            <a:ext cx="1408474" cy="156468"/>
          </a:xfrm>
          <a:prstGeom prst="rect">
            <a:avLst/>
          </a:prstGeom>
          <a:noFill/>
          <a:ln/>
        </p:spPr>
        <p:txBody>
          <a:bodyPr wrap="none" lIns="0" tIns="0" rIns="0" bIns="0" rtlCol="0" anchor="t"/>
          <a:lstStyle/>
          <a:p>
            <a:pPr marL="0" indent="0" algn="l">
              <a:lnSpc>
                <a:spcPct val="96000"/>
              </a:lnSpc>
              <a:buNone/>
            </a:pPr>
            <a:r>
              <a:rPr lang="en-US" sz="1050" b="1" dirty="0">
                <a:solidFill>
                  <a:srgbClr val="FC8337"/>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ESCALATION</a:t>
            </a:r>
            <a:endParaRPr lang="en-US" sz="1050" b="1" dirty="0">
              <a:effectLst>
                <a:outerShdw blurRad="38100" dist="38100" dir="2700000" algn="tl">
                  <a:srgbClr val="000000">
                    <a:alpha val="43137"/>
                  </a:srgbClr>
                </a:outerShdw>
              </a:effectLst>
            </a:endParaRPr>
          </a:p>
        </p:txBody>
      </p:sp>
      <p:sp>
        <p:nvSpPr>
          <p:cNvPr id="14" name="Text 2">
            <a:extLst>
              <a:ext uri="{FF2B5EF4-FFF2-40B4-BE49-F238E27FC236}">
                <a16:creationId xmlns:a16="http://schemas.microsoft.com/office/drawing/2014/main" id="{6AAFD25E-E521-9C0B-3AD4-5829D16C04EE}"/>
              </a:ext>
            </a:extLst>
          </p:cNvPr>
          <p:cNvSpPr/>
          <p:nvPr/>
        </p:nvSpPr>
        <p:spPr>
          <a:xfrm>
            <a:off x="-3525569" y="4344931"/>
            <a:ext cx="10868745" cy="531614"/>
          </a:xfrm>
          <a:prstGeom prst="rect">
            <a:avLst/>
          </a:prstGeom>
          <a:noFill/>
          <a:ln/>
        </p:spPr>
        <p:txBody>
          <a:bodyPr wrap="none" lIns="0" tIns="0" rIns="0" bIns="0" rtlCol="0" anchor="t"/>
          <a:lstStyle/>
          <a:p>
            <a:pPr marL="0" indent="0" algn="l">
              <a:lnSpc>
                <a:spcPct val="104000"/>
              </a:lnSpc>
              <a:buNone/>
            </a:pPr>
            <a:endParaRPr lang="en-US" sz="3300" dirty="0"/>
          </a:p>
        </p:txBody>
      </p:sp>
      <p:sp>
        <p:nvSpPr>
          <p:cNvPr id="16" name="Text 3">
            <a:extLst>
              <a:ext uri="{FF2B5EF4-FFF2-40B4-BE49-F238E27FC236}">
                <a16:creationId xmlns:a16="http://schemas.microsoft.com/office/drawing/2014/main" id="{B84D67B3-5677-CD05-7059-1FA6DC82191D}"/>
              </a:ext>
            </a:extLst>
          </p:cNvPr>
          <p:cNvSpPr/>
          <p:nvPr/>
        </p:nvSpPr>
        <p:spPr>
          <a:xfrm>
            <a:off x="1693888" y="382911"/>
            <a:ext cx="6919442" cy="265708"/>
          </a:xfrm>
          <a:prstGeom prst="rect">
            <a:avLst/>
          </a:prstGeom>
          <a:noFill/>
          <a:ln/>
        </p:spPr>
        <p:txBody>
          <a:bodyPr wrap="none" lIns="0" tIns="0" rIns="0" bIns="0" rtlCol="0" anchor="t"/>
          <a:lstStyle/>
          <a:p>
            <a:pPr marL="0" indent="0" algn="l">
              <a:lnSpc>
                <a:spcPct val="104000"/>
              </a:lnSpc>
              <a:buNone/>
            </a:pPr>
            <a:endParaRPr lang="en-US" sz="1650" b="1" dirty="0">
              <a:solidFill>
                <a:srgbClr val="FFFFFF"/>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endParaRPr>
          </a:p>
          <a:p>
            <a:pPr marL="0" indent="0" algn="l">
              <a:lnSpc>
                <a:spcPct val="104000"/>
              </a:lnSpc>
              <a:buNone/>
            </a:pPr>
            <a:r>
              <a:rPr lang="en-US" sz="1650" b="1" dirty="0">
                <a:solidFill>
                  <a:srgbClr val="FFFFFF"/>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 </a:t>
            </a:r>
            <a:r>
              <a:rPr lang="en-US" sz="2000" b="1" u="sng" dirty="0">
                <a:solidFill>
                  <a:schemeClr val="accent1">
                    <a:lumMod val="20000"/>
                    <a:lumOff val="80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28 February 2026 — The War Begins</a:t>
            </a:r>
            <a:endParaRPr lang="en-US" sz="1650" b="1" u="sng" dirty="0">
              <a:solidFill>
                <a:schemeClr val="accent1">
                  <a:lumMod val="20000"/>
                  <a:lumOff val="80000"/>
                </a:schemeClr>
              </a:solidFill>
              <a:effectLst>
                <a:outerShdw blurRad="38100" dist="38100" dir="2700000" algn="tl">
                  <a:srgbClr val="000000">
                    <a:alpha val="43137"/>
                  </a:srgbClr>
                </a:outerShdw>
              </a:effectLst>
            </a:endParaRPr>
          </a:p>
        </p:txBody>
      </p:sp>
      <p:sp>
        <p:nvSpPr>
          <p:cNvPr id="17" name="Text 4">
            <a:extLst>
              <a:ext uri="{FF2B5EF4-FFF2-40B4-BE49-F238E27FC236}">
                <a16:creationId xmlns:a16="http://schemas.microsoft.com/office/drawing/2014/main" id="{27C72CD9-ED65-6854-98DE-005F53646D8B}"/>
              </a:ext>
            </a:extLst>
          </p:cNvPr>
          <p:cNvSpPr/>
          <p:nvPr/>
        </p:nvSpPr>
        <p:spPr>
          <a:xfrm>
            <a:off x="7672304" y="343703"/>
            <a:ext cx="3639073" cy="2481659"/>
          </a:xfrm>
          <a:prstGeom prst="rect">
            <a:avLst/>
          </a:prstGeom>
          <a:noFill/>
          <a:ln/>
        </p:spPr>
        <p:txBody>
          <a:bodyPr wrap="square" lIns="0" tIns="0" rIns="0" bIns="0" rtlCol="0" anchor="t">
            <a:noAutofit/>
          </a:bodyPr>
          <a:lstStyle/>
          <a:p>
            <a:pPr marL="0" indent="0" algn="l">
              <a:lnSpc>
                <a:spcPct val="127000"/>
              </a:lnSpc>
              <a:spcAft>
                <a:spcPts val="1050"/>
              </a:spcAft>
              <a:buNone/>
            </a:pPr>
            <a:r>
              <a:rPr lang="en-US" b="1" dirty="0">
                <a:solidFill>
                  <a:srgbClr val="A50021"/>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900 strikes in 12 hours</a:t>
            </a:r>
            <a:r>
              <a:rPr lang="en-US" b="1" dirty="0">
                <a:solidFill>
                  <a:srgbClr val="A50021"/>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 </a:t>
            </a:r>
            <a:r>
              <a:rPr lang="en-US" b="1" dirty="0">
                <a:solidFill>
                  <a:schemeClr val="tx2">
                    <a:lumMod val="75000"/>
                    <a:lumOff val="25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US and Israeli forces hit Iranian nuclear sites, missile infrastructure, air defenses, and leadership targets in the opening wave</a:t>
            </a:r>
            <a:r>
              <a:rPr lang="en-US" b="1" dirty="0">
                <a:solidFill>
                  <a:schemeClr val="accent6">
                    <a:lumMod val="60000"/>
                    <a:lumOff val="40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a:t>
            </a:r>
            <a:endParaRPr lang="en-US" b="1" dirty="0">
              <a:solidFill>
                <a:schemeClr val="accent6">
                  <a:lumMod val="60000"/>
                  <a:lumOff val="40000"/>
                </a:schemeClr>
              </a:solidFill>
              <a:effectLst>
                <a:outerShdw blurRad="38100" dist="38100" dir="2700000" algn="tl">
                  <a:srgbClr val="000000">
                    <a:alpha val="43137"/>
                  </a:srgbClr>
                </a:outerShdw>
              </a:effectLst>
            </a:endParaRPr>
          </a:p>
          <a:p>
            <a:pPr marL="0" indent="0" algn="l">
              <a:lnSpc>
                <a:spcPct val="127000"/>
              </a:lnSpc>
              <a:spcAft>
                <a:spcPts val="1050"/>
              </a:spcAft>
              <a:buNone/>
            </a:pPr>
            <a:r>
              <a:rPr lang="en-US" b="1" dirty="0">
                <a:solidFill>
                  <a:srgbClr val="A50021"/>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Supreme Leader killed</a:t>
            </a:r>
            <a:r>
              <a:rPr lang="en-US" b="1" dirty="0">
                <a:solidFill>
                  <a:srgbClr val="A50021"/>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 </a:t>
            </a:r>
            <a:r>
              <a:rPr lang="en-US" b="1" dirty="0">
                <a:solidFill>
                  <a:schemeClr val="tx2">
                    <a:lumMod val="75000"/>
                    <a:lumOff val="25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The strikes assassinated Ali Khamenei; his son Mojtaba Khamenei was later named successor.</a:t>
            </a:r>
            <a:endParaRPr lang="en-US" b="1" dirty="0">
              <a:solidFill>
                <a:schemeClr val="tx2">
                  <a:lumMod val="75000"/>
                  <a:lumOff val="25000"/>
                </a:schemeClr>
              </a:solidFill>
              <a:effectLst>
                <a:outerShdw blurRad="38100" dist="38100" dir="2700000" algn="tl">
                  <a:srgbClr val="000000">
                    <a:alpha val="43137"/>
                  </a:srgbClr>
                </a:outerShdw>
              </a:effectLst>
            </a:endParaRPr>
          </a:p>
          <a:p>
            <a:pPr marL="0" indent="0" algn="l">
              <a:lnSpc>
                <a:spcPct val="127000"/>
              </a:lnSpc>
              <a:spcAft>
                <a:spcPts val="1050"/>
              </a:spcAft>
              <a:buNone/>
            </a:pPr>
            <a:r>
              <a:rPr lang="en-US" b="1" dirty="0">
                <a:solidFill>
                  <a:srgbClr val="A50021"/>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Talks had just collapsed</a:t>
            </a:r>
            <a:r>
              <a:rPr lang="en-US" b="1" dirty="0">
                <a:solidFill>
                  <a:srgbClr val="A50021"/>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 </a:t>
            </a:r>
            <a:r>
              <a:rPr lang="en-US" b="1" dirty="0">
                <a:solidFill>
                  <a:schemeClr val="tx2">
                    <a:lumMod val="75000"/>
                    <a:lumOff val="25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The attack came less than two days after indirect US–Iran negotiations in Geneva, mediated by Oman.</a:t>
            </a:r>
            <a:endParaRPr lang="en-US" b="1" dirty="0">
              <a:solidFill>
                <a:schemeClr val="tx2">
                  <a:lumMod val="75000"/>
                  <a:lumOff val="25000"/>
                </a:schemeClr>
              </a:solidFill>
              <a:effectLst>
                <a:outerShdw blurRad="38100" dist="38100" dir="2700000" algn="tl">
                  <a:srgbClr val="000000">
                    <a:alpha val="43137"/>
                  </a:srgbClr>
                </a:outerShdw>
              </a:effectLst>
            </a:endParaRPr>
          </a:p>
          <a:p>
            <a:pPr marL="0" indent="0" algn="l">
              <a:lnSpc>
                <a:spcPct val="127000"/>
              </a:lnSpc>
              <a:buNone/>
            </a:pPr>
            <a:r>
              <a:rPr lang="en-US" b="1" dirty="0">
                <a:solidFill>
                  <a:srgbClr val="A50021"/>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Iran retaliates region-wide</a:t>
            </a:r>
            <a:r>
              <a:rPr lang="en-US" b="1" dirty="0">
                <a:solidFill>
                  <a:srgbClr val="A50021"/>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 </a:t>
            </a:r>
            <a:r>
              <a:rPr lang="en-US" b="1" dirty="0">
                <a:solidFill>
                  <a:schemeClr val="tx2">
                    <a:lumMod val="75000"/>
                    <a:lumOff val="25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Missile and drone strikes hit Israel, US bases, and Gulf Arab states, disrupting Hormuz shipping.</a:t>
            </a:r>
            <a:endParaRPr lang="en-US" b="1" dirty="0">
              <a:solidFill>
                <a:schemeClr val="tx2">
                  <a:lumMod val="75000"/>
                  <a:lumOff val="25000"/>
                </a:schemeClr>
              </a:solidFill>
              <a:effectLst>
                <a:outerShdw blurRad="38100" dist="38100" dir="2700000" algn="tl">
                  <a:srgbClr val="000000">
                    <a:alpha val="43137"/>
                  </a:srgbClr>
                </a:outerShdw>
              </a:effectLst>
            </a:endParaRPr>
          </a:p>
        </p:txBody>
      </p:sp>
      <p:sp>
        <p:nvSpPr>
          <p:cNvPr id="20" name="Rectangle: Rounded Corners 19">
            <a:extLst>
              <a:ext uri="{FF2B5EF4-FFF2-40B4-BE49-F238E27FC236}">
                <a16:creationId xmlns:a16="http://schemas.microsoft.com/office/drawing/2014/main" id="{D23362E2-BED2-A8B5-381A-E2C5D4B9A26B}"/>
              </a:ext>
            </a:extLst>
          </p:cNvPr>
          <p:cNvSpPr/>
          <p:nvPr/>
        </p:nvSpPr>
        <p:spPr>
          <a:xfrm>
            <a:off x="7672304" y="5290680"/>
            <a:ext cx="3691169" cy="1428333"/>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0C245D20-1A3A-E5D9-FB6C-7789E486454E}"/>
              </a:ext>
            </a:extLst>
          </p:cNvPr>
          <p:cNvSpPr/>
          <p:nvPr/>
        </p:nvSpPr>
        <p:spPr>
          <a:xfrm>
            <a:off x="7672303" y="3753266"/>
            <a:ext cx="3639072" cy="1428333"/>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B4E039CC-AC13-BC1A-772A-E42F30F0A8C2}"/>
              </a:ext>
            </a:extLst>
          </p:cNvPr>
          <p:cNvSpPr/>
          <p:nvPr/>
        </p:nvSpPr>
        <p:spPr>
          <a:xfrm>
            <a:off x="7672303" y="2257394"/>
            <a:ext cx="3639073" cy="1353148"/>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B2E14DB1-DD46-9D92-7CDB-C9959893CCAE}"/>
              </a:ext>
            </a:extLst>
          </p:cNvPr>
          <p:cNvSpPr/>
          <p:nvPr/>
        </p:nvSpPr>
        <p:spPr>
          <a:xfrm>
            <a:off x="7672304" y="229765"/>
            <a:ext cx="3639074" cy="1884905"/>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5" name="Text 32">
            <a:extLst>
              <a:ext uri="{FF2B5EF4-FFF2-40B4-BE49-F238E27FC236}">
                <a16:creationId xmlns:a16="http://schemas.microsoft.com/office/drawing/2014/main" id="{1A1CCA7B-EED4-F8A6-9BA1-A833CCCC187D}"/>
              </a:ext>
            </a:extLst>
          </p:cNvPr>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extLst>
      <p:ext uri="{BB962C8B-B14F-4D97-AF65-F5344CB8AC3E}">
        <p14:creationId xmlns:p14="http://schemas.microsoft.com/office/powerpoint/2010/main" val="8193416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randombar(horizontal)">
                                      <p:cBhvr>
                                        <p:cTn id="10" dur="500"/>
                                        <p:tgtEl>
                                          <p:spTgt spid="13"/>
                                        </p:tgtEl>
                                      </p:cBhvr>
                                    </p:animEffect>
                                  </p:childTnLst>
                                </p:cTn>
                              </p:par>
                            </p:childTnLst>
                          </p:cTn>
                        </p:par>
                        <p:par>
                          <p:cTn id="11" fill="hold">
                            <p:stCondLst>
                              <p:cond delay="500"/>
                            </p:stCondLst>
                            <p:childTnLst>
                              <p:par>
                                <p:cTn id="12" presetID="14" presetClass="entr" presetSubtype="10"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randombar(horizontal)">
                                      <p:cBhvr>
                                        <p:cTn id="14" dur="3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822623"/>
            <a:ext cx="753448" cy="201116"/>
          </a:xfrm>
          <a:prstGeom prst="roundRect">
            <a:avLst>
              <a:gd name="adj" fmla="val 47368"/>
            </a:avLst>
          </a:prstGeom>
          <a:noFill/>
          <a:ln w="12700">
            <a:solidFill>
              <a:srgbClr val="FC8337"/>
            </a:solidFill>
            <a:prstDash val="solid"/>
          </a:ln>
        </p:spPr>
      </p:sp>
      <p:sp>
        <p:nvSpPr>
          <p:cNvPr id="3" name="Text 1"/>
          <p:cNvSpPr/>
          <p:nvPr/>
        </p:nvSpPr>
        <p:spPr>
          <a:xfrm>
            <a:off x="740848" y="862310"/>
            <a:ext cx="1204287" cy="121741"/>
          </a:xfrm>
          <a:prstGeom prst="rect">
            <a:avLst/>
          </a:prstGeom>
          <a:noFill/>
          <a:ln/>
        </p:spPr>
        <p:txBody>
          <a:bodyPr wrap="none" lIns="0" tIns="0" rIns="0" bIns="0" rtlCol="0" anchor="t"/>
          <a:lstStyle/>
          <a:p>
            <a:pPr marL="0" indent="0" algn="l">
              <a:lnSpc>
                <a:spcPct val="96000"/>
              </a:lnSpc>
              <a:buNone/>
            </a:pPr>
            <a:r>
              <a:rPr lang="en-US" sz="800" dirty="0">
                <a:solidFill>
                  <a:srgbClr val="FC8337"/>
                </a:solidFill>
                <a:latin typeface="Roboto" pitchFamily="34" charset="0"/>
                <a:ea typeface="Roboto" pitchFamily="34" charset="-122"/>
                <a:cs typeface="Roboto" pitchFamily="34" charset="-120"/>
              </a:rPr>
              <a:t>CASUALTIES</a:t>
            </a:r>
            <a:endParaRPr lang="en-US" sz="800" dirty="0"/>
          </a:p>
        </p:txBody>
      </p:sp>
      <p:sp>
        <p:nvSpPr>
          <p:cNvPr id="4" name="Text 2"/>
          <p:cNvSpPr/>
          <p:nvPr/>
        </p:nvSpPr>
        <p:spPr>
          <a:xfrm>
            <a:off x="661475" y="1060748"/>
            <a:ext cx="10868745" cy="413445"/>
          </a:xfrm>
          <a:prstGeom prst="rect">
            <a:avLst/>
          </a:prstGeom>
          <a:noFill/>
          <a:ln/>
        </p:spPr>
        <p:txBody>
          <a:bodyPr wrap="none" lIns="0" tIns="0" rIns="0" bIns="0" rtlCol="0" anchor="t"/>
          <a:lstStyle/>
          <a:p>
            <a:pPr marL="0" indent="0" algn="l">
              <a:lnSpc>
                <a:spcPct val="104000"/>
              </a:lnSpc>
              <a:buNone/>
            </a:pPr>
            <a:r>
              <a:rPr lang="en-US" sz="2600" b="1" u="sng" dirty="0">
                <a:solidFill>
                  <a:schemeClr val="accent1">
                    <a:lumMod val="20000"/>
                    <a:lumOff val="80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The Human Cost</a:t>
            </a:r>
            <a:endParaRPr lang="en-US" sz="2600" b="1" u="sng" dirty="0">
              <a:solidFill>
                <a:schemeClr val="accent1">
                  <a:lumMod val="20000"/>
                  <a:lumOff val="80000"/>
                </a:schemeClr>
              </a:solidFill>
              <a:effectLst>
                <a:outerShdw blurRad="38100" dist="38100" dir="2700000" algn="tl">
                  <a:srgbClr val="000000">
                    <a:alpha val="43137"/>
                  </a:srgbClr>
                </a:outerShdw>
              </a:effectLst>
            </a:endParaRPr>
          </a:p>
        </p:txBody>
      </p:sp>
      <p:sp>
        <p:nvSpPr>
          <p:cNvPr id="5" name="Text 3"/>
          <p:cNvSpPr/>
          <p:nvPr/>
        </p:nvSpPr>
        <p:spPr>
          <a:xfrm>
            <a:off x="661475" y="1613098"/>
            <a:ext cx="11478330" cy="179983"/>
          </a:xfrm>
          <a:prstGeom prst="rect">
            <a:avLst/>
          </a:prstGeom>
          <a:noFill/>
          <a:ln/>
        </p:spPr>
        <p:txBody>
          <a:bodyPr wrap="none" lIns="0" tIns="0" rIns="0" bIns="0" rtlCol="0" anchor="t"/>
          <a:lstStyle/>
          <a:p>
            <a:pPr marL="0" indent="0" algn="l">
              <a:lnSpc>
                <a:spcPct val="113000"/>
              </a:lnSpc>
              <a:buNone/>
            </a:pPr>
            <a:r>
              <a:rPr lang="en-US" sz="1000" dirty="0">
                <a:solidFill>
                  <a:srgbClr val="E5E0DF"/>
                </a:solidFill>
                <a:latin typeface="Roboto" pitchFamily="34" charset="0"/>
                <a:ea typeface="Roboto" pitchFamily="34" charset="-122"/>
                <a:cs typeface="Roboto" pitchFamily="34" charset="-120"/>
              </a:rPr>
              <a:t>Reported casualties by 6+ months into the conflict — figures vary by source</a:t>
            </a:r>
            <a:endParaRPr lang="en-US" sz="1000" dirty="0"/>
          </a:p>
        </p:txBody>
      </p:sp>
      <p:sp>
        <p:nvSpPr>
          <p:cNvPr id="6" name="Text 4"/>
          <p:cNvSpPr/>
          <p:nvPr/>
        </p:nvSpPr>
        <p:spPr>
          <a:xfrm>
            <a:off x="1467905" y="1963341"/>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3,500+</a:t>
            </a:r>
            <a:endParaRPr lang="en-US" sz="3400" dirty="0">
              <a:solidFill>
                <a:srgbClr val="800000"/>
              </a:solidFill>
            </a:endParaRPr>
          </a:p>
        </p:txBody>
      </p:sp>
      <p:sp>
        <p:nvSpPr>
          <p:cNvPr id="7" name="Text 5"/>
          <p:cNvSpPr/>
          <p:nvPr/>
        </p:nvSpPr>
        <p:spPr>
          <a:xfrm>
            <a:off x="661475" y="2535535"/>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Iranians Killed</a:t>
            </a:r>
            <a:endParaRPr lang="en-US" sz="1300" dirty="0"/>
          </a:p>
        </p:txBody>
      </p:sp>
      <p:sp>
        <p:nvSpPr>
          <p:cNvPr id="8" name="Text 6"/>
          <p:cNvSpPr/>
          <p:nvPr/>
        </p:nvSpPr>
        <p:spPr>
          <a:xfrm>
            <a:off x="661475" y="2797770"/>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Iran</a:t>
            </a:r>
            <a:endParaRPr lang="en-US" sz="1000" dirty="0"/>
          </a:p>
        </p:txBody>
      </p:sp>
      <p:sp>
        <p:nvSpPr>
          <p:cNvPr id="9" name="Text 7"/>
          <p:cNvSpPr/>
          <p:nvPr/>
        </p:nvSpPr>
        <p:spPr>
          <a:xfrm>
            <a:off x="6960120" y="1963341"/>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27,000+</a:t>
            </a:r>
            <a:endParaRPr lang="en-US" sz="3400" dirty="0">
              <a:solidFill>
                <a:srgbClr val="800000"/>
              </a:solidFill>
            </a:endParaRPr>
          </a:p>
        </p:txBody>
      </p:sp>
      <p:sp>
        <p:nvSpPr>
          <p:cNvPr id="10" name="Text 8"/>
          <p:cNvSpPr/>
          <p:nvPr/>
        </p:nvSpPr>
        <p:spPr>
          <a:xfrm>
            <a:off x="6153691" y="2535535"/>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Iranians Injured</a:t>
            </a:r>
            <a:endParaRPr lang="en-US" sz="1300" dirty="0"/>
          </a:p>
        </p:txBody>
      </p:sp>
      <p:sp>
        <p:nvSpPr>
          <p:cNvPr id="11" name="Text 9"/>
          <p:cNvSpPr/>
          <p:nvPr/>
        </p:nvSpPr>
        <p:spPr>
          <a:xfrm>
            <a:off x="6153691" y="2797770"/>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Iran</a:t>
            </a:r>
            <a:endParaRPr lang="en-US" sz="1000" dirty="0"/>
          </a:p>
        </p:txBody>
      </p:sp>
      <p:sp>
        <p:nvSpPr>
          <p:cNvPr id="12" name="Text 10"/>
          <p:cNvSpPr/>
          <p:nvPr/>
        </p:nvSpPr>
        <p:spPr>
          <a:xfrm>
            <a:off x="1467905" y="3229074"/>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19</a:t>
            </a:r>
            <a:endParaRPr lang="en-US" sz="3400" dirty="0">
              <a:solidFill>
                <a:srgbClr val="800000"/>
              </a:solidFill>
            </a:endParaRPr>
          </a:p>
        </p:txBody>
      </p:sp>
      <p:sp>
        <p:nvSpPr>
          <p:cNvPr id="13" name="Text 11"/>
          <p:cNvSpPr/>
          <p:nvPr/>
        </p:nvSpPr>
        <p:spPr>
          <a:xfrm>
            <a:off x="661475" y="3801269"/>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US Soldiers Killed</a:t>
            </a:r>
            <a:endParaRPr lang="en-US" sz="1300" dirty="0"/>
          </a:p>
        </p:txBody>
      </p:sp>
      <p:sp>
        <p:nvSpPr>
          <p:cNvPr id="14" name="Text 12"/>
          <p:cNvSpPr/>
          <p:nvPr/>
        </p:nvSpPr>
        <p:spPr>
          <a:xfrm>
            <a:off x="661475" y="4063504"/>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US</a:t>
            </a:r>
            <a:endParaRPr lang="en-US" sz="1000" dirty="0"/>
          </a:p>
        </p:txBody>
      </p:sp>
      <p:sp>
        <p:nvSpPr>
          <p:cNvPr id="15" name="Text 13"/>
          <p:cNvSpPr/>
          <p:nvPr/>
        </p:nvSpPr>
        <p:spPr>
          <a:xfrm>
            <a:off x="6960120" y="3229074"/>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40</a:t>
            </a:r>
            <a:endParaRPr lang="en-US" sz="3400" dirty="0">
              <a:solidFill>
                <a:srgbClr val="800000"/>
              </a:solidFill>
            </a:endParaRPr>
          </a:p>
        </p:txBody>
      </p:sp>
      <p:sp>
        <p:nvSpPr>
          <p:cNvPr id="16" name="Text 14"/>
          <p:cNvSpPr/>
          <p:nvPr/>
        </p:nvSpPr>
        <p:spPr>
          <a:xfrm>
            <a:off x="6153691" y="3801269"/>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Israeli Soldiers Killed</a:t>
            </a:r>
            <a:endParaRPr lang="en-US" sz="1300" dirty="0"/>
          </a:p>
        </p:txBody>
      </p:sp>
      <p:sp>
        <p:nvSpPr>
          <p:cNvPr id="17" name="Text 15"/>
          <p:cNvSpPr/>
          <p:nvPr/>
        </p:nvSpPr>
        <p:spPr>
          <a:xfrm>
            <a:off x="6153691" y="4063504"/>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Israel</a:t>
            </a:r>
            <a:endParaRPr lang="en-US" sz="1000" dirty="0"/>
          </a:p>
        </p:txBody>
      </p:sp>
      <p:sp>
        <p:nvSpPr>
          <p:cNvPr id="18" name="Text 16"/>
          <p:cNvSpPr/>
          <p:nvPr/>
        </p:nvSpPr>
        <p:spPr>
          <a:xfrm>
            <a:off x="1467905" y="4494808"/>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31</a:t>
            </a:r>
            <a:endParaRPr lang="en-US" sz="3400" dirty="0">
              <a:solidFill>
                <a:srgbClr val="800000"/>
              </a:solidFill>
            </a:endParaRPr>
          </a:p>
        </p:txBody>
      </p:sp>
      <p:sp>
        <p:nvSpPr>
          <p:cNvPr id="19" name="Text 17"/>
          <p:cNvSpPr/>
          <p:nvPr/>
        </p:nvSpPr>
        <p:spPr>
          <a:xfrm>
            <a:off x="661475" y="5067002"/>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Israelis  Killed</a:t>
            </a:r>
            <a:endParaRPr lang="en-US" sz="1300" dirty="0"/>
          </a:p>
        </p:txBody>
      </p:sp>
      <p:sp>
        <p:nvSpPr>
          <p:cNvPr id="20" name="Text 18"/>
          <p:cNvSpPr/>
          <p:nvPr/>
        </p:nvSpPr>
        <p:spPr>
          <a:xfrm>
            <a:off x="661475" y="5329237"/>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Israel</a:t>
            </a:r>
            <a:endParaRPr lang="en-US" sz="1000" dirty="0"/>
          </a:p>
        </p:txBody>
      </p:sp>
      <p:sp>
        <p:nvSpPr>
          <p:cNvPr id="21" name="Text 19"/>
          <p:cNvSpPr/>
          <p:nvPr/>
        </p:nvSpPr>
        <p:spPr>
          <a:xfrm>
            <a:off x="6960120" y="4494808"/>
            <a:ext cx="3763571" cy="436662"/>
          </a:xfrm>
          <a:prstGeom prst="rect">
            <a:avLst/>
          </a:prstGeom>
          <a:noFill/>
          <a:ln/>
        </p:spPr>
        <p:txBody>
          <a:bodyPr wrap="none" lIns="0" tIns="0" rIns="0" bIns="0" rtlCol="0" anchor="t"/>
          <a:lstStyle/>
          <a:p>
            <a:pPr marL="0" indent="0" algn="ctr">
              <a:lnSpc>
                <a:spcPct val="83000"/>
              </a:lnSpc>
              <a:buNone/>
            </a:pPr>
            <a:r>
              <a:rPr lang="en-US" sz="3400" dirty="0">
                <a:solidFill>
                  <a:srgbClr val="800000"/>
                </a:solidFill>
                <a:latin typeface="Saira Medium" pitchFamily="34" charset="0"/>
                <a:ea typeface="Saira Medium" pitchFamily="34" charset="-122"/>
                <a:cs typeface="Saira Medium" pitchFamily="34" charset="-120"/>
              </a:rPr>
              <a:t>63</a:t>
            </a:r>
            <a:endParaRPr lang="en-US" sz="3400" dirty="0">
              <a:solidFill>
                <a:srgbClr val="800000"/>
              </a:solidFill>
            </a:endParaRPr>
          </a:p>
        </p:txBody>
      </p:sp>
      <p:sp>
        <p:nvSpPr>
          <p:cNvPr id="22" name="Text 20"/>
          <p:cNvSpPr/>
          <p:nvPr/>
        </p:nvSpPr>
        <p:spPr>
          <a:xfrm>
            <a:off x="6153691" y="5067002"/>
            <a:ext cx="5376530" cy="206673"/>
          </a:xfrm>
          <a:prstGeom prst="rect">
            <a:avLst/>
          </a:prstGeom>
          <a:noFill/>
          <a:ln/>
        </p:spPr>
        <p:txBody>
          <a:bodyPr wrap="none" lIns="0" tIns="0" rIns="0" bIns="0" rtlCol="0" anchor="t"/>
          <a:lstStyle/>
          <a:p>
            <a:pPr marL="0" indent="0" algn="ctr">
              <a:lnSpc>
                <a:spcPct val="104000"/>
              </a:lnSpc>
              <a:buNone/>
            </a:pPr>
            <a:r>
              <a:rPr lang="en-US" sz="1300" dirty="0">
                <a:solidFill>
                  <a:srgbClr val="E5E0DF"/>
                </a:solidFill>
                <a:latin typeface="Saira Medium" pitchFamily="34" charset="0"/>
                <a:ea typeface="Saira Medium" pitchFamily="34" charset="-122"/>
                <a:cs typeface="Saira Medium" pitchFamily="34" charset="-120"/>
              </a:rPr>
              <a:t>US Aircraft Lost/Damaged</a:t>
            </a:r>
            <a:endParaRPr lang="en-US" sz="1300" dirty="0"/>
          </a:p>
        </p:txBody>
      </p:sp>
      <p:sp>
        <p:nvSpPr>
          <p:cNvPr id="23" name="Text 21"/>
          <p:cNvSpPr/>
          <p:nvPr/>
        </p:nvSpPr>
        <p:spPr>
          <a:xfrm>
            <a:off x="6153691" y="5329237"/>
            <a:ext cx="5376530" cy="179983"/>
          </a:xfrm>
          <a:prstGeom prst="rect">
            <a:avLst/>
          </a:prstGeom>
          <a:noFill/>
          <a:ln/>
        </p:spPr>
        <p:txBody>
          <a:bodyPr wrap="none" lIns="0" tIns="0" rIns="0" bIns="0" rtlCol="0" anchor="t"/>
          <a:lstStyle/>
          <a:p>
            <a:pPr marL="0" indent="0" algn="ctr">
              <a:lnSpc>
                <a:spcPct val="113000"/>
              </a:lnSpc>
              <a:buNone/>
            </a:pPr>
            <a:r>
              <a:rPr lang="en-US" sz="1000" dirty="0">
                <a:solidFill>
                  <a:srgbClr val="E5E0DF"/>
                </a:solidFill>
                <a:latin typeface="Roboto" pitchFamily="34" charset="0"/>
                <a:ea typeface="Roboto" pitchFamily="34" charset="-122"/>
                <a:cs typeface="Roboto" pitchFamily="34" charset="-120"/>
              </a:rPr>
              <a:t>Per US</a:t>
            </a:r>
            <a:endParaRPr lang="en-US" sz="1000" dirty="0"/>
          </a:p>
        </p:txBody>
      </p:sp>
      <p:sp>
        <p:nvSpPr>
          <p:cNvPr id="24" name="Shape 22"/>
          <p:cNvSpPr/>
          <p:nvPr/>
        </p:nvSpPr>
        <p:spPr>
          <a:xfrm>
            <a:off x="661475" y="5613400"/>
            <a:ext cx="10868745" cy="421977"/>
          </a:xfrm>
          <a:prstGeom prst="roundRect">
            <a:avLst>
              <a:gd name="adj" fmla="val 28220"/>
            </a:avLst>
          </a:prstGeom>
          <a:solidFill>
            <a:srgbClr val="7E3202"/>
          </a:solidFill>
          <a:ln/>
        </p:spPr>
      </p:sp>
      <p:pic>
        <p:nvPicPr>
          <p:cNvPr id="25" name="Image 0" descr="preencoded.png"/>
          <p:cNvPicPr>
            <a:picLocks noChangeAspect="1"/>
          </p:cNvPicPr>
          <p:nvPr/>
        </p:nvPicPr>
        <p:blipFill>
          <a:blip r:embed="rId3"/>
          <a:stretch>
            <a:fillRect/>
          </a:stretch>
        </p:blipFill>
        <p:spPr>
          <a:xfrm>
            <a:off x="793730" y="5750223"/>
            <a:ext cx="165294" cy="132259"/>
          </a:xfrm>
          <a:prstGeom prst="rect">
            <a:avLst/>
          </a:prstGeom>
        </p:spPr>
      </p:pic>
      <p:sp>
        <p:nvSpPr>
          <p:cNvPr id="26" name="Text 23"/>
          <p:cNvSpPr/>
          <p:nvPr/>
        </p:nvSpPr>
        <p:spPr>
          <a:xfrm>
            <a:off x="1091280" y="5739011"/>
            <a:ext cx="10916270" cy="179983"/>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Roboto" pitchFamily="34" charset="0"/>
                <a:ea typeface="Roboto" pitchFamily="34" charset="-122"/>
                <a:cs typeface="Roboto" pitchFamily="34" charset="-120"/>
              </a:rPr>
              <a:t>Independent monitors (HRANA, OCHA) report higher Iranian civilian tolls than official figures.</a:t>
            </a:r>
            <a:endParaRPr lang="en-US" sz="1000" dirty="0"/>
          </a:p>
        </p:txBody>
      </p:sp>
      <p:sp>
        <p:nvSpPr>
          <p:cNvPr id="27" name="Rectangle: Rounded Corners 26">
            <a:extLst>
              <a:ext uri="{FF2B5EF4-FFF2-40B4-BE49-F238E27FC236}">
                <a16:creationId xmlns:a16="http://schemas.microsoft.com/office/drawing/2014/main" id="{86B73DE5-ABC3-AED6-933F-CB85D521E18A}"/>
              </a:ext>
            </a:extLst>
          </p:cNvPr>
          <p:cNvSpPr/>
          <p:nvPr/>
        </p:nvSpPr>
        <p:spPr>
          <a:xfrm>
            <a:off x="11093380" y="6380703"/>
            <a:ext cx="1098620" cy="4724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DC9FE845-F182-C4E1-6BD6-F42F1944A306}"/>
              </a:ext>
            </a:extLst>
          </p:cNvPr>
          <p:cNvSpPr txBox="1"/>
          <p:nvPr/>
        </p:nvSpPr>
        <p:spPr>
          <a:xfrm>
            <a:off x="11409904" y="70220"/>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6</a:t>
            </a:r>
            <a:r>
              <a:rPr sz="1600" b="1" i="0" u="none" dirty="0">
                <a:solidFill>
                  <a:srgbClr val="64748B"/>
                </a:solidFill>
                <a:effectLst>
                  <a:outerShdw blurRad="38100" dist="38100" dir="2700000" algn="tl">
                    <a:srgbClr val="000000">
                      <a:alpha val="43137"/>
                    </a:srgbClr>
                  </a:outerShdw>
                </a:effectLst>
                <a:latin typeface="Inter"/>
              </a:rPr>
              <a:t>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28" name="Text 32">
            <a:extLst>
              <a:ext uri="{FF2B5EF4-FFF2-40B4-BE49-F238E27FC236}">
                <a16:creationId xmlns:a16="http://schemas.microsoft.com/office/drawing/2014/main" id="{7D3AAFC7-5A08-4C72-B879-429A33DEBE24}"/>
              </a:ext>
            </a:extLst>
          </p:cNvPr>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randombar(horizontal)">
                                      <p:cBhvr>
                                        <p:cTn id="7" dur="750"/>
                                        <p:tgtEl>
                                          <p:spTgt spid="6"/>
                                        </p:tgtEl>
                                      </p:cBhvr>
                                    </p:animEffect>
                                  </p:childTnLst>
                                </p:cTn>
                              </p:par>
                            </p:childTnLst>
                          </p:cTn>
                        </p:par>
                        <p:par>
                          <p:cTn id="8" fill="hold">
                            <p:stCondLst>
                              <p:cond delay="750"/>
                            </p:stCondLst>
                            <p:childTnLst>
                              <p:par>
                                <p:cTn id="9" presetID="14" presetClass="entr" presetSubtype="1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randombar(horizontal)">
                                      <p:cBhvr>
                                        <p:cTn id="11" dur="750"/>
                                        <p:tgtEl>
                                          <p:spTgt spid="7"/>
                                        </p:tgtEl>
                                      </p:cBhvr>
                                    </p:animEffect>
                                  </p:childTnLst>
                                </p:cTn>
                              </p:par>
                            </p:childTnLst>
                          </p:cTn>
                        </p:par>
                        <p:par>
                          <p:cTn id="12" fill="hold">
                            <p:stCondLst>
                              <p:cond delay="1500"/>
                            </p:stCondLst>
                            <p:childTnLst>
                              <p:par>
                                <p:cTn id="13" presetID="14" presetClass="entr" presetSubtype="1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randombar(horizontal)">
                                      <p:cBhvr>
                                        <p:cTn id="15" dur="750"/>
                                        <p:tgtEl>
                                          <p:spTgt spid="8"/>
                                        </p:tgtEl>
                                      </p:cBhvr>
                                    </p:animEffect>
                                  </p:childTnLst>
                                </p:cTn>
                              </p:par>
                            </p:childTnLst>
                          </p:cTn>
                        </p:par>
                        <p:par>
                          <p:cTn id="16" fill="hold">
                            <p:stCondLst>
                              <p:cond delay="2250"/>
                            </p:stCondLst>
                            <p:childTnLst>
                              <p:par>
                                <p:cTn id="17" presetID="14" presetClass="entr" presetSubtype="10" fill="hold" grpId="0"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randombar(horizontal)">
                                      <p:cBhvr>
                                        <p:cTn id="19" dur="750"/>
                                        <p:tgtEl>
                                          <p:spTgt spid="9"/>
                                        </p:tgtEl>
                                      </p:cBhvr>
                                    </p:animEffect>
                                  </p:childTnLst>
                                </p:cTn>
                              </p:par>
                            </p:childTnLst>
                          </p:cTn>
                        </p:par>
                        <p:par>
                          <p:cTn id="20" fill="hold">
                            <p:stCondLst>
                              <p:cond delay="3000"/>
                            </p:stCondLst>
                            <p:childTnLst>
                              <p:par>
                                <p:cTn id="21" presetID="14" presetClass="entr" presetSubtype="10" fill="hold" grpId="0"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randombar(horizontal)">
                                      <p:cBhvr>
                                        <p:cTn id="23" dur="750"/>
                                        <p:tgtEl>
                                          <p:spTgt spid="10"/>
                                        </p:tgtEl>
                                      </p:cBhvr>
                                    </p:animEffect>
                                  </p:childTnLst>
                                </p:cTn>
                              </p:par>
                            </p:childTnLst>
                          </p:cTn>
                        </p:par>
                        <p:par>
                          <p:cTn id="24" fill="hold">
                            <p:stCondLst>
                              <p:cond delay="3750"/>
                            </p:stCondLst>
                            <p:childTnLst>
                              <p:par>
                                <p:cTn id="25" presetID="14" presetClass="entr" presetSubtype="1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randombar(horizontal)">
                                      <p:cBhvr>
                                        <p:cTn id="27" dur="750"/>
                                        <p:tgtEl>
                                          <p:spTgt spid="11"/>
                                        </p:tgtEl>
                                      </p:cBhvr>
                                    </p:animEffect>
                                  </p:childTnLst>
                                </p:cTn>
                              </p:par>
                            </p:childTnLst>
                          </p:cTn>
                        </p:par>
                        <p:par>
                          <p:cTn id="28" fill="hold">
                            <p:stCondLst>
                              <p:cond delay="4500"/>
                            </p:stCondLst>
                            <p:childTnLst>
                              <p:par>
                                <p:cTn id="29" presetID="14" presetClass="entr" presetSubtype="1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randombar(horizontal)">
                                      <p:cBhvr>
                                        <p:cTn id="31" dur="750"/>
                                        <p:tgtEl>
                                          <p:spTgt spid="12"/>
                                        </p:tgtEl>
                                      </p:cBhvr>
                                    </p:animEffect>
                                  </p:childTnLst>
                                </p:cTn>
                              </p:par>
                            </p:childTnLst>
                          </p:cTn>
                        </p:par>
                        <p:par>
                          <p:cTn id="32" fill="hold">
                            <p:stCondLst>
                              <p:cond delay="5250"/>
                            </p:stCondLst>
                            <p:childTnLst>
                              <p:par>
                                <p:cTn id="33" presetID="14" presetClass="entr" presetSubtype="1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randombar(horizontal)">
                                      <p:cBhvr>
                                        <p:cTn id="35" dur="750"/>
                                        <p:tgtEl>
                                          <p:spTgt spid="13"/>
                                        </p:tgtEl>
                                      </p:cBhvr>
                                    </p:animEffect>
                                  </p:childTnLst>
                                </p:cTn>
                              </p:par>
                            </p:childTnLst>
                          </p:cTn>
                        </p:par>
                        <p:par>
                          <p:cTn id="36" fill="hold">
                            <p:stCondLst>
                              <p:cond delay="6000"/>
                            </p:stCondLst>
                            <p:childTnLst>
                              <p:par>
                                <p:cTn id="37" presetID="14" presetClass="entr" presetSubtype="1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randombar(horizontal)">
                                      <p:cBhvr>
                                        <p:cTn id="39" dur="750"/>
                                        <p:tgtEl>
                                          <p:spTgt spid="14"/>
                                        </p:tgtEl>
                                      </p:cBhvr>
                                    </p:animEffect>
                                  </p:childTnLst>
                                </p:cTn>
                              </p:par>
                            </p:childTnLst>
                          </p:cTn>
                        </p:par>
                        <p:par>
                          <p:cTn id="40" fill="hold">
                            <p:stCondLst>
                              <p:cond delay="6750"/>
                            </p:stCondLst>
                            <p:childTnLst>
                              <p:par>
                                <p:cTn id="41" presetID="14" presetClass="entr" presetSubtype="1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randombar(horizontal)">
                                      <p:cBhvr>
                                        <p:cTn id="43" dur="750"/>
                                        <p:tgtEl>
                                          <p:spTgt spid="15"/>
                                        </p:tgtEl>
                                      </p:cBhvr>
                                    </p:animEffect>
                                  </p:childTnLst>
                                </p:cTn>
                              </p:par>
                            </p:childTnLst>
                          </p:cTn>
                        </p:par>
                        <p:par>
                          <p:cTn id="44" fill="hold">
                            <p:stCondLst>
                              <p:cond delay="7500"/>
                            </p:stCondLst>
                            <p:childTnLst>
                              <p:par>
                                <p:cTn id="45" presetID="14" presetClass="entr" presetSubtype="10" fill="hold" grpId="0" nodeType="after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randombar(horizontal)">
                                      <p:cBhvr>
                                        <p:cTn id="47" dur="750"/>
                                        <p:tgtEl>
                                          <p:spTgt spid="16"/>
                                        </p:tgtEl>
                                      </p:cBhvr>
                                    </p:animEffect>
                                  </p:childTnLst>
                                </p:cTn>
                              </p:par>
                            </p:childTnLst>
                          </p:cTn>
                        </p:par>
                        <p:par>
                          <p:cTn id="48" fill="hold">
                            <p:stCondLst>
                              <p:cond delay="8250"/>
                            </p:stCondLst>
                            <p:childTnLst>
                              <p:par>
                                <p:cTn id="49" presetID="14" presetClass="entr" presetSubtype="10" fill="hold" grpId="0" nodeType="after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randombar(horizontal)">
                                      <p:cBhvr>
                                        <p:cTn id="51" dur="750"/>
                                        <p:tgtEl>
                                          <p:spTgt spid="17"/>
                                        </p:tgtEl>
                                      </p:cBhvr>
                                    </p:animEffect>
                                  </p:childTnLst>
                                </p:cTn>
                              </p:par>
                            </p:childTnLst>
                          </p:cTn>
                        </p:par>
                        <p:par>
                          <p:cTn id="52" fill="hold">
                            <p:stCondLst>
                              <p:cond delay="9000"/>
                            </p:stCondLst>
                            <p:childTnLst>
                              <p:par>
                                <p:cTn id="53" presetID="14" presetClass="entr" presetSubtype="1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randombar(horizontal)">
                                      <p:cBhvr>
                                        <p:cTn id="55" dur="750"/>
                                        <p:tgtEl>
                                          <p:spTgt spid="18"/>
                                        </p:tgtEl>
                                      </p:cBhvr>
                                    </p:animEffect>
                                  </p:childTnLst>
                                </p:cTn>
                              </p:par>
                            </p:childTnLst>
                          </p:cTn>
                        </p:par>
                        <p:par>
                          <p:cTn id="56" fill="hold">
                            <p:stCondLst>
                              <p:cond delay="9750"/>
                            </p:stCondLst>
                            <p:childTnLst>
                              <p:par>
                                <p:cTn id="57" presetID="14" presetClass="entr" presetSubtype="1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randombar(horizontal)">
                                      <p:cBhvr>
                                        <p:cTn id="59" dur="750"/>
                                        <p:tgtEl>
                                          <p:spTgt spid="19"/>
                                        </p:tgtEl>
                                      </p:cBhvr>
                                    </p:animEffect>
                                  </p:childTnLst>
                                </p:cTn>
                              </p:par>
                            </p:childTnLst>
                          </p:cTn>
                        </p:par>
                        <p:par>
                          <p:cTn id="60" fill="hold">
                            <p:stCondLst>
                              <p:cond delay="10500"/>
                            </p:stCondLst>
                            <p:childTnLst>
                              <p:par>
                                <p:cTn id="61" presetID="14" presetClass="entr" presetSubtype="10" fill="hold" grpId="0" nodeType="after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randombar(horizontal)">
                                      <p:cBhvr>
                                        <p:cTn id="63" dur="750"/>
                                        <p:tgtEl>
                                          <p:spTgt spid="20"/>
                                        </p:tgtEl>
                                      </p:cBhvr>
                                    </p:animEffect>
                                  </p:childTnLst>
                                </p:cTn>
                              </p:par>
                            </p:childTnLst>
                          </p:cTn>
                        </p:par>
                        <p:par>
                          <p:cTn id="64" fill="hold">
                            <p:stCondLst>
                              <p:cond delay="11250"/>
                            </p:stCondLst>
                            <p:childTnLst>
                              <p:par>
                                <p:cTn id="65" presetID="14" presetClass="entr" presetSubtype="10" fill="hold" grpId="0"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randombar(horizontal)">
                                      <p:cBhvr>
                                        <p:cTn id="67" dur="750"/>
                                        <p:tgtEl>
                                          <p:spTgt spid="21"/>
                                        </p:tgtEl>
                                      </p:cBhvr>
                                    </p:animEffect>
                                  </p:childTnLst>
                                </p:cTn>
                              </p:par>
                            </p:childTnLst>
                          </p:cTn>
                        </p:par>
                        <p:par>
                          <p:cTn id="68" fill="hold">
                            <p:stCondLst>
                              <p:cond delay="12000"/>
                            </p:stCondLst>
                            <p:childTnLst>
                              <p:par>
                                <p:cTn id="69" presetID="14" presetClass="entr" presetSubtype="10" fill="hold" grpId="0" nodeType="after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randombar(horizontal)">
                                      <p:cBhvr>
                                        <p:cTn id="71" dur="750"/>
                                        <p:tgtEl>
                                          <p:spTgt spid="22"/>
                                        </p:tgtEl>
                                      </p:cBhvr>
                                    </p:animEffect>
                                  </p:childTnLst>
                                </p:cTn>
                              </p:par>
                            </p:childTnLst>
                          </p:cTn>
                        </p:par>
                        <p:par>
                          <p:cTn id="72" fill="hold">
                            <p:stCondLst>
                              <p:cond delay="12750"/>
                            </p:stCondLst>
                            <p:childTnLst>
                              <p:par>
                                <p:cTn id="73" presetID="14" presetClass="entr" presetSubtype="10" fill="hold" grpId="0" nodeType="after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randombar(horizontal)">
                                      <p:cBhvr>
                                        <p:cTn id="75" dur="750"/>
                                        <p:tgtEl>
                                          <p:spTgt spid="23"/>
                                        </p:tgtEl>
                                      </p:cBhvr>
                                    </p:animEffect>
                                  </p:childTnLst>
                                </p:cTn>
                              </p:par>
                            </p:childTnLst>
                          </p:cTn>
                        </p:par>
                        <p:par>
                          <p:cTn id="76" fill="hold">
                            <p:stCondLst>
                              <p:cond delay="13500"/>
                            </p:stCondLst>
                            <p:childTnLst>
                              <p:par>
                                <p:cTn id="77" presetID="16" presetClass="entr" presetSubtype="21" fill="hold" grpId="0" nodeType="afterEffect">
                                  <p:stCondLst>
                                    <p:cond delay="0"/>
                                  </p:stCondLst>
                                  <p:childTnLst>
                                    <p:set>
                                      <p:cBhvr>
                                        <p:cTn id="78" dur="1" fill="hold">
                                          <p:stCondLst>
                                            <p:cond delay="0"/>
                                          </p:stCondLst>
                                        </p:cTn>
                                        <p:tgtEl>
                                          <p:spTgt spid="3"/>
                                        </p:tgtEl>
                                        <p:attrNameLst>
                                          <p:attrName>style.visibility</p:attrName>
                                        </p:attrNameLst>
                                      </p:cBhvr>
                                      <p:to>
                                        <p:strVal val="visible"/>
                                      </p:to>
                                    </p:set>
                                    <p:animEffect transition="in" filter="barn(inVertical)">
                                      <p:cBhvr>
                                        <p:cTn id="79" dur="2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1251843"/>
            <a:ext cx="1199723" cy="272752"/>
          </a:xfrm>
          <a:prstGeom prst="roundRect">
            <a:avLst>
              <a:gd name="adj" fmla="val 47401"/>
            </a:avLst>
          </a:prstGeom>
          <a:noFill/>
          <a:ln w="12700">
            <a:solidFill>
              <a:srgbClr val="FC8337"/>
            </a:solidFill>
            <a:prstDash val="solid"/>
          </a:ln>
        </p:spPr>
      </p:sp>
      <p:sp>
        <p:nvSpPr>
          <p:cNvPr id="3" name="Text 1"/>
          <p:cNvSpPr/>
          <p:nvPr/>
        </p:nvSpPr>
        <p:spPr>
          <a:xfrm>
            <a:off x="769125" y="1305620"/>
            <a:ext cx="1594009" cy="165199"/>
          </a:xfrm>
          <a:prstGeom prst="rect">
            <a:avLst/>
          </a:prstGeom>
          <a:noFill/>
          <a:ln/>
        </p:spPr>
        <p:txBody>
          <a:bodyPr wrap="none" lIns="0" tIns="0" rIns="0" bIns="0" rtlCol="0" anchor="t"/>
          <a:lstStyle/>
          <a:p>
            <a:pPr marL="0" indent="0" algn="l">
              <a:lnSpc>
                <a:spcPct val="96000"/>
              </a:lnSpc>
              <a:buNone/>
            </a:pPr>
            <a:r>
              <a:rPr lang="en-US" sz="1100" b="1" dirty="0">
                <a:solidFill>
                  <a:srgbClr val="FC8337"/>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BELLIGERENTS</a:t>
            </a:r>
            <a:endParaRPr lang="en-US" sz="1100" b="1" dirty="0">
              <a:effectLst>
                <a:outerShdw blurRad="38100" dist="38100" dir="2700000" algn="tl">
                  <a:srgbClr val="000000">
                    <a:alpha val="43137"/>
                  </a:srgbClr>
                </a:outerShdw>
              </a:effectLst>
            </a:endParaRPr>
          </a:p>
        </p:txBody>
      </p:sp>
      <p:sp>
        <p:nvSpPr>
          <p:cNvPr id="4" name="Text 2"/>
          <p:cNvSpPr/>
          <p:nvPr/>
        </p:nvSpPr>
        <p:spPr>
          <a:xfrm>
            <a:off x="661475" y="1592759"/>
            <a:ext cx="10868745" cy="561181"/>
          </a:xfrm>
          <a:prstGeom prst="rect">
            <a:avLst/>
          </a:prstGeom>
          <a:noFill/>
          <a:ln/>
        </p:spPr>
        <p:txBody>
          <a:bodyPr wrap="none" lIns="0" tIns="0" rIns="0" bIns="0" rtlCol="0" anchor="t"/>
          <a:lstStyle/>
          <a:p>
            <a:pPr marL="0" indent="0" algn="l">
              <a:lnSpc>
                <a:spcPct val="104000"/>
              </a:lnSpc>
              <a:buNone/>
            </a:pPr>
            <a:r>
              <a:rPr lang="en-US" sz="3500" b="1" u="sng" dirty="0">
                <a:solidFill>
                  <a:schemeClr val="tx2">
                    <a:lumMod val="25000"/>
                    <a:lumOff val="75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Two Coalitions</a:t>
            </a:r>
            <a:endParaRPr lang="en-US" sz="3500" b="1" u="sng" dirty="0">
              <a:solidFill>
                <a:schemeClr val="tx2">
                  <a:lumMod val="25000"/>
                  <a:lumOff val="75000"/>
                </a:schemeClr>
              </a:solidFill>
              <a:effectLst>
                <a:outerShdw blurRad="38100" dist="38100" dir="2700000" algn="tl">
                  <a:srgbClr val="000000">
                    <a:alpha val="43137"/>
                  </a:srgbClr>
                </a:outerShdw>
              </a:effectLst>
            </a:endParaRPr>
          </a:p>
        </p:txBody>
      </p:sp>
      <p:sp>
        <p:nvSpPr>
          <p:cNvPr id="5" name="Shape 3"/>
          <p:cNvSpPr/>
          <p:nvPr/>
        </p:nvSpPr>
        <p:spPr>
          <a:xfrm>
            <a:off x="532097" y="2409825"/>
            <a:ext cx="5474059" cy="3196233"/>
          </a:xfrm>
          <a:prstGeom prst="roundRect">
            <a:avLst>
              <a:gd name="adj" fmla="val 8090"/>
            </a:avLst>
          </a:prstGeom>
          <a:solidFill>
            <a:srgbClr val="3E2513">
              <a:alpha val="75000"/>
            </a:srgbClr>
          </a:solidFill>
          <a:ln/>
        </p:spPr>
      </p:sp>
      <p:sp>
        <p:nvSpPr>
          <p:cNvPr id="6" name="Text 4"/>
          <p:cNvSpPr/>
          <p:nvPr/>
        </p:nvSpPr>
        <p:spPr>
          <a:xfrm>
            <a:off x="711579" y="2580382"/>
            <a:ext cx="5115095" cy="280491"/>
          </a:xfrm>
          <a:prstGeom prst="rect">
            <a:avLst/>
          </a:prstGeom>
          <a:noFill/>
          <a:ln/>
        </p:spPr>
        <p:txBody>
          <a:bodyPr wrap="none" lIns="0" tIns="0" rIns="0" bIns="0" rtlCol="0" anchor="t"/>
          <a:lstStyle/>
          <a:p>
            <a:pPr marL="0" indent="0" algn="l">
              <a:lnSpc>
                <a:spcPct val="104000"/>
              </a:lnSpc>
              <a:buNone/>
            </a:pPr>
            <a:r>
              <a:rPr lang="en-US" sz="1750" b="1" dirty="0">
                <a:solidFill>
                  <a:srgbClr val="FFFFFF"/>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United States, Israel &amp; Partners</a:t>
            </a:r>
            <a:endParaRPr lang="en-US" sz="1750" b="1" dirty="0">
              <a:effectLst>
                <a:outerShdw blurRad="38100" dist="38100" dir="2700000" algn="tl">
                  <a:srgbClr val="000000">
                    <a:alpha val="43137"/>
                  </a:srgbClr>
                </a:outerShdw>
              </a:effectLst>
            </a:endParaRPr>
          </a:p>
        </p:txBody>
      </p:sp>
      <p:sp>
        <p:nvSpPr>
          <p:cNvPr id="7" name="Text 5"/>
          <p:cNvSpPr/>
          <p:nvPr/>
        </p:nvSpPr>
        <p:spPr>
          <a:xfrm>
            <a:off x="711579" y="3031430"/>
            <a:ext cx="5115095" cy="2141041"/>
          </a:xfrm>
          <a:prstGeom prst="rect">
            <a:avLst/>
          </a:prstGeom>
          <a:noFill/>
          <a:ln/>
        </p:spPr>
        <p:txBody>
          <a:bodyPr wrap="square" lIns="0" tIns="0" rIns="0" bIns="0" rtlCol="0" anchor="t"/>
          <a:lstStyle/>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Core:</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United States, Israel</a:t>
            </a:r>
            <a:endParaRPr lang="en-US" sz="1400" b="1" dirty="0">
              <a:effectLst>
                <a:outerShdw blurRad="38100" dist="38100" dir="2700000" algn="tl">
                  <a:srgbClr val="000000">
                    <a:alpha val="43137"/>
                  </a:srgbClr>
                </a:outerShdw>
              </a:effectLst>
            </a:endParaRPr>
          </a:p>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Gulf partners:</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Saudi Arabia, UAE, Kuwait, Bahrain</a:t>
            </a:r>
            <a:endParaRPr lang="en-US" sz="1400" b="1" dirty="0">
              <a:effectLst>
                <a:outerShdw blurRad="38100" dist="38100" dir="2700000" algn="tl">
                  <a:srgbClr val="000000">
                    <a:alpha val="43137"/>
                  </a:srgbClr>
                </a:outerShdw>
              </a:effectLst>
            </a:endParaRPr>
          </a:p>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Also:</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Yemen (PLC), Iranian separatist groups</a:t>
            </a:r>
            <a:endParaRPr lang="en-US" sz="1400" b="1" dirty="0">
              <a:effectLst>
                <a:outerShdw blurRad="38100" dist="38100" dir="2700000" algn="tl">
                  <a:srgbClr val="000000">
                    <a:alpha val="43137"/>
                  </a:srgbClr>
                </a:outerShdw>
              </a:effectLst>
            </a:endParaRPr>
          </a:p>
          <a:p>
            <a:pPr marL="0" indent="0" algn="l">
              <a:lnSpc>
                <a:spcPct val="130000"/>
              </a:lnSpc>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Other states engaged:</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UK, Azerbaijan, Egypt, Iraq, Jordan, Oman, Qatar, Turkey, Syria — diplomatic, basing, or defensive roles</a:t>
            </a:r>
            <a:endParaRPr lang="en-US" sz="1400" b="1" dirty="0">
              <a:effectLst>
                <a:outerShdw blurRad="38100" dist="38100" dir="2700000" algn="tl">
                  <a:srgbClr val="000000">
                    <a:alpha val="43137"/>
                  </a:srgbClr>
                </a:outerShdw>
              </a:effectLst>
            </a:endParaRPr>
          </a:p>
        </p:txBody>
      </p:sp>
      <p:sp>
        <p:nvSpPr>
          <p:cNvPr id="8" name="Text 6"/>
          <p:cNvSpPr/>
          <p:nvPr/>
        </p:nvSpPr>
        <p:spPr>
          <a:xfrm>
            <a:off x="6321267" y="2580382"/>
            <a:ext cx="5215303" cy="280491"/>
          </a:xfrm>
          <a:prstGeom prst="rect">
            <a:avLst/>
          </a:prstGeom>
          <a:noFill/>
          <a:ln/>
        </p:spPr>
        <p:txBody>
          <a:bodyPr wrap="none" lIns="0" tIns="0" rIns="0" bIns="0" rtlCol="0" anchor="t"/>
          <a:lstStyle/>
          <a:p>
            <a:pPr marL="0" indent="0" algn="l">
              <a:lnSpc>
                <a:spcPct val="104000"/>
              </a:lnSpc>
              <a:buNone/>
            </a:pPr>
            <a:r>
              <a:rPr lang="en-US" sz="1750" b="1" dirty="0">
                <a:solidFill>
                  <a:srgbClr val="FFFFFF"/>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Iran &amp; the Axis of Resistance</a:t>
            </a:r>
            <a:endParaRPr lang="en-US" sz="1750" b="1" dirty="0">
              <a:effectLst>
                <a:outerShdw blurRad="38100" dist="38100" dir="2700000" algn="tl">
                  <a:srgbClr val="000000">
                    <a:alpha val="43137"/>
                  </a:srgbClr>
                </a:outerShdw>
              </a:effectLst>
            </a:endParaRPr>
          </a:p>
        </p:txBody>
      </p:sp>
      <p:sp>
        <p:nvSpPr>
          <p:cNvPr id="9" name="Text 7"/>
          <p:cNvSpPr/>
          <p:nvPr/>
        </p:nvSpPr>
        <p:spPr>
          <a:xfrm>
            <a:off x="6321267" y="3031430"/>
            <a:ext cx="5215303" cy="2421136"/>
          </a:xfrm>
          <a:prstGeom prst="rect">
            <a:avLst/>
          </a:prstGeom>
          <a:noFill/>
          <a:ln/>
        </p:spPr>
        <p:txBody>
          <a:bodyPr wrap="square" lIns="0" tIns="0" rIns="0" bIns="0" rtlCol="0" anchor="t"/>
          <a:lstStyle/>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Core:</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Iran</a:t>
            </a:r>
            <a:endParaRPr lang="en-US" sz="1400" b="1" dirty="0">
              <a:effectLst>
                <a:outerShdw blurRad="38100" dist="38100" dir="2700000" algn="tl">
                  <a:srgbClr val="000000">
                    <a:alpha val="43137"/>
                  </a:srgbClr>
                </a:outerShdw>
              </a:effectLst>
            </a:endParaRPr>
          </a:p>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Axis of Resistance:</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Hezbollah, Houthis, Amal Movement, Popular Mobilization Forces, Islamic Resistance in Iraq</a:t>
            </a:r>
            <a:endParaRPr lang="en-US" sz="1400" b="1" dirty="0">
              <a:effectLst>
                <a:outerShdw blurRad="38100" dist="38100" dir="2700000" algn="tl">
                  <a:srgbClr val="000000">
                    <a:alpha val="43137"/>
                  </a:srgbClr>
                </a:outerShdw>
              </a:effectLst>
            </a:endParaRPr>
          </a:p>
          <a:p>
            <a:pPr marL="0" indent="0" algn="l">
              <a:lnSpc>
                <a:spcPct val="130000"/>
              </a:lnSpc>
              <a:spcAft>
                <a:spcPts val="1200"/>
              </a:spcAft>
              <a:buNone/>
            </a:pPr>
            <a:r>
              <a:rPr lang="en-US" sz="1400" b="1" dirty="0">
                <a:solidFill>
                  <a:srgbClr val="E5E0DF"/>
                </a:solidFill>
                <a:effectLst>
                  <a:outerShdw blurRad="38100" dist="38100" dir="2700000" algn="tl">
                    <a:srgbClr val="000000">
                      <a:alpha val="43137"/>
                    </a:srgbClr>
                  </a:outerShdw>
                </a:effectLst>
                <a:latin typeface="Roboto Bold" pitchFamily="34" charset="0"/>
                <a:ea typeface="Roboto Bold" pitchFamily="34" charset="-122"/>
                <a:cs typeface="Roboto Bold" pitchFamily="34" charset="-120"/>
              </a:rPr>
              <a:t>Also:</a:t>
            </a:r>
            <a:r>
              <a:rPr lang="en-US" sz="1400" b="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Hamas, Palestinian Islamic Jihad, PFLP, Islamic Group of Lebanon, Syrian Social Nationalist Party</a:t>
            </a:r>
            <a:endParaRPr lang="en-US" sz="1400" b="1" dirty="0">
              <a:effectLst>
                <a:outerShdw blurRad="38100" dist="38100" dir="2700000" algn="tl">
                  <a:srgbClr val="000000">
                    <a:alpha val="43137"/>
                  </a:srgbClr>
                </a:outerShdw>
              </a:effectLst>
            </a:endParaRPr>
          </a:p>
          <a:p>
            <a:pPr marL="0" indent="0" algn="l">
              <a:lnSpc>
                <a:spcPct val="130000"/>
              </a:lnSpc>
              <a:buNone/>
            </a:pPr>
            <a:r>
              <a:rPr lang="en-US" sz="1400" b="1" i="1" dirty="0">
                <a:solidFill>
                  <a:srgbClr val="E5E0DF"/>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Additional parties on both sides engaged in diplomatic, basing, or limited defensive roles.</a:t>
            </a:r>
            <a:endParaRPr lang="en-US" sz="1400" b="1" dirty="0">
              <a:effectLst>
                <a:outerShdw blurRad="38100" dist="38100" dir="2700000" algn="tl">
                  <a:srgbClr val="000000">
                    <a:alpha val="43137"/>
                  </a:srgbClr>
                </a:outerShdw>
              </a:effectLst>
            </a:endParaRPr>
          </a:p>
        </p:txBody>
      </p:sp>
      <p:sp>
        <p:nvSpPr>
          <p:cNvPr id="10" name="Rectangle: Rounded Corners 9">
            <a:extLst>
              <a:ext uri="{FF2B5EF4-FFF2-40B4-BE49-F238E27FC236}">
                <a16:creationId xmlns:a16="http://schemas.microsoft.com/office/drawing/2014/main" id="{8C41EEA8-FC8E-9C48-B3AD-5C85BF196F1A}"/>
              </a:ext>
            </a:extLst>
          </p:cNvPr>
          <p:cNvSpPr/>
          <p:nvPr/>
        </p:nvSpPr>
        <p:spPr>
          <a:xfrm>
            <a:off x="11093380" y="6380703"/>
            <a:ext cx="1098620" cy="4724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18BF2A5-5C71-E692-3A0A-ABBFBB1D36E9}"/>
              </a:ext>
            </a:extLst>
          </p:cNvPr>
          <p:cNvSpPr txBox="1"/>
          <p:nvPr/>
        </p:nvSpPr>
        <p:spPr>
          <a:xfrm>
            <a:off x="11409904" y="70220"/>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7</a:t>
            </a:r>
            <a:r>
              <a:rPr sz="1600" b="1" i="0" u="none" dirty="0">
                <a:solidFill>
                  <a:srgbClr val="64748B"/>
                </a:solidFill>
                <a:effectLst>
                  <a:outerShdw blurRad="38100" dist="38100" dir="2700000" algn="tl">
                    <a:srgbClr val="000000">
                      <a:alpha val="43137"/>
                    </a:srgbClr>
                  </a:outerShdw>
                </a:effectLst>
                <a:latin typeface="Inter"/>
              </a:rPr>
              <a:t>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12" name="Text 32">
            <a:extLst>
              <a:ext uri="{FF2B5EF4-FFF2-40B4-BE49-F238E27FC236}">
                <a16:creationId xmlns:a16="http://schemas.microsoft.com/office/drawing/2014/main" id="{4648AE29-FEBC-A938-EE4A-008180B09BD4}"/>
              </a:ext>
            </a:extLst>
          </p:cNvPr>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3000"/>
                                        <p:tgtEl>
                                          <p:spTgt spid="3"/>
                                        </p:tgtEl>
                                      </p:cBhvr>
                                    </p:animEffect>
                                  </p:childTnLst>
                                </p:cTn>
                              </p:par>
                              <p:par>
                                <p:cTn id="8" presetID="14" presetClass="entr" presetSubtype="1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3500"/>
                                        <p:tgtEl>
                                          <p:spTgt spid="5"/>
                                        </p:tgtEl>
                                      </p:cBhvr>
                                    </p:animEffect>
                                  </p:childTnLst>
                                </p:cTn>
                              </p:par>
                              <p:par>
                                <p:cTn id="11" presetID="14" presetClass="entr" presetSubtype="1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randombar(horizontal)">
                                      <p:cBhvr>
                                        <p:cTn id="13" dur="3500"/>
                                        <p:tgtEl>
                                          <p:spTgt spid="6"/>
                                        </p:tgtEl>
                                      </p:cBhvr>
                                    </p:animEffect>
                                  </p:childTnLst>
                                </p:cTn>
                              </p:par>
                              <p:par>
                                <p:cTn id="14" presetID="14" presetClass="entr" presetSubtype="1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randombar(horizontal)">
                                      <p:cBhvr>
                                        <p:cTn id="16" dur="3500"/>
                                        <p:tgtEl>
                                          <p:spTgt spid="7"/>
                                        </p:tgtEl>
                                      </p:cBhvr>
                                    </p:animEffect>
                                  </p:childTnLst>
                                </p:cTn>
                              </p:par>
                            </p:childTnLst>
                          </p:cTn>
                        </p:par>
                        <p:par>
                          <p:cTn id="17" fill="hold">
                            <p:stCondLst>
                              <p:cond delay="3500"/>
                            </p:stCondLst>
                            <p:childTnLst>
                              <p:par>
                                <p:cTn id="18" presetID="14" presetClass="entr" presetSubtype="1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randombar(horizontal)">
                                      <p:cBhvr>
                                        <p:cTn id="20" dur="3500"/>
                                        <p:tgtEl>
                                          <p:spTgt spid="8"/>
                                        </p:tgtEl>
                                      </p:cBhvr>
                                    </p:animEffect>
                                  </p:childTnLst>
                                </p:cTn>
                              </p:par>
                              <p:par>
                                <p:cTn id="21" presetID="14" presetClass="entr" presetSubtype="1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randombar(horizontal)">
                                      <p:cBhvr>
                                        <p:cTn id="23" dur="3500"/>
                                        <p:tgtEl>
                                          <p:spTgt spid="9"/>
                                        </p:tgtEl>
                                      </p:cBhvr>
                                    </p:animEffect>
                                  </p:childTnLst>
                                </p:cTn>
                              </p:par>
                            </p:childTnLst>
                          </p:cTn>
                        </p:par>
                        <p:par>
                          <p:cTn id="24" fill="hold">
                            <p:stCondLst>
                              <p:cond delay="7000"/>
                            </p:stCondLst>
                            <p:childTnLst>
                              <p:par>
                                <p:cTn id="25" presetID="21" presetClass="entr" presetSubtype="1" fill="hold" grpId="0" nodeType="after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heel(1)">
                                      <p:cBhvr>
                                        <p:cTn id="27" dur="2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608A628-CAE9-F646-DF68-CB3871174AD5}"/>
              </a:ext>
            </a:extLst>
          </p:cNvPr>
          <p:cNvSpPr/>
          <p:nvPr/>
        </p:nvSpPr>
        <p:spPr>
          <a:xfrm>
            <a:off x="0" y="93305"/>
            <a:ext cx="8864082" cy="895739"/>
          </a:xfrm>
          <a:prstGeom prst="roundRect">
            <a:avLst/>
          </a:prstGeom>
          <a:solidFill>
            <a:schemeClr val="tx2"/>
          </a:solidFill>
          <a:ln>
            <a:noFill/>
          </a:ln>
        </p:spPr>
        <p:style>
          <a:lnRef idx="0">
            <a:scrgbClr r="0" g="0" b="0"/>
          </a:lnRef>
          <a:fillRef idx="0">
            <a:scrgbClr r="0" g="0" b="0"/>
          </a:fillRef>
          <a:effectRef idx="0">
            <a:scrgbClr r="0" g="0" b="0"/>
          </a:effectRef>
          <a:fontRef idx="minor">
            <a:schemeClr val="accent2"/>
          </a:fontRef>
        </p:style>
        <p:txBody>
          <a:bodyPr rtlCol="0" anchor="ctr"/>
          <a:lstStyle/>
          <a:p>
            <a:pPr algn="ctr"/>
            <a:r>
              <a:rPr lang="en-US" b="1" dirty="0">
                <a:effectLst>
                  <a:outerShdw blurRad="38100" dist="38100" dir="2700000" algn="tl">
                    <a:srgbClr val="000000">
                      <a:alpha val="43137"/>
                    </a:srgbClr>
                  </a:outerShdw>
                </a:effectLst>
              </a:rPr>
              <a:t> </a:t>
            </a:r>
          </a:p>
        </p:txBody>
      </p:sp>
      <p:sp>
        <p:nvSpPr>
          <p:cNvPr id="10" name="Rectangle: Rounded Corners 9">
            <a:extLst>
              <a:ext uri="{FF2B5EF4-FFF2-40B4-BE49-F238E27FC236}">
                <a16:creationId xmlns:a16="http://schemas.microsoft.com/office/drawing/2014/main" id="{8C41EEA8-FC8E-9C48-B3AD-5C85BF196F1A}"/>
              </a:ext>
            </a:extLst>
          </p:cNvPr>
          <p:cNvSpPr/>
          <p:nvPr/>
        </p:nvSpPr>
        <p:spPr>
          <a:xfrm>
            <a:off x="11093380" y="6380703"/>
            <a:ext cx="1098620" cy="4724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9" name="Text 13"/>
          <p:cNvSpPr/>
          <p:nvPr/>
        </p:nvSpPr>
        <p:spPr>
          <a:xfrm>
            <a:off x="221742" y="333252"/>
            <a:ext cx="5249930" cy="236240"/>
          </a:xfrm>
          <a:prstGeom prst="rect">
            <a:avLst/>
          </a:prstGeom>
          <a:noFill/>
          <a:ln/>
        </p:spPr>
        <p:txBody>
          <a:bodyPr wrap="none" lIns="0" tIns="0" rIns="0" bIns="0" rtlCol="0" anchor="t"/>
          <a:lstStyle/>
          <a:p>
            <a:pPr marL="0" indent="0" algn="l">
              <a:lnSpc>
                <a:spcPct val="104000"/>
              </a:lnSpc>
              <a:buNone/>
            </a:pPr>
            <a:r>
              <a:rPr lang="en-US" sz="2800" b="1" u="sng" dirty="0">
                <a:solidFill>
                  <a:srgbClr val="00B0F0"/>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Israel's </a:t>
            </a:r>
            <a:r>
              <a:rPr lang="en-US" sz="2800" b="1" u="sng" dirty="0">
                <a:solidFill>
                  <a:schemeClr val="bg1">
                    <a:lumMod val="85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Undeclared</a:t>
            </a:r>
            <a:r>
              <a:rPr lang="en-US" sz="2800" b="1" u="sng" dirty="0">
                <a:solidFill>
                  <a:srgbClr val="00B0F0"/>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 Arsenal </a:t>
            </a:r>
            <a:r>
              <a:rPr lang="en-US" sz="2800" b="1" u="sng" dirty="0">
                <a:solidFill>
                  <a:schemeClr val="accent2">
                    <a:lumMod val="60000"/>
                    <a:lumOff val="40000"/>
                  </a:schemeClr>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&amp; the </a:t>
            </a:r>
            <a:r>
              <a:rPr lang="en-US" sz="2800" b="1" u="sng" dirty="0">
                <a:solidFill>
                  <a:srgbClr val="00B0F0"/>
                </a:solidFill>
                <a:effectLst>
                  <a:outerShdw blurRad="38100" dist="38100" dir="2700000" algn="tl">
                    <a:srgbClr val="000000">
                      <a:alpha val="43137"/>
                    </a:srgbClr>
                  </a:outerShdw>
                </a:effectLst>
                <a:latin typeface="Saira Medium" pitchFamily="34" charset="0"/>
                <a:ea typeface="Saira Medium" pitchFamily="34" charset="-122"/>
                <a:cs typeface="Saira Medium" pitchFamily="34" charset="-120"/>
              </a:rPr>
              <a:t>West Hypocrisy</a:t>
            </a:r>
            <a:endParaRPr lang="en-US" sz="2800" b="1" u="sng" dirty="0">
              <a:solidFill>
                <a:srgbClr val="00B0F0"/>
              </a:solidFill>
              <a:effectLst>
                <a:outerShdw blurRad="38100" dist="38100" dir="2700000" algn="tl">
                  <a:srgbClr val="000000">
                    <a:alpha val="43137"/>
                  </a:srgbClr>
                </a:outerShdw>
              </a:effectLst>
            </a:endParaRPr>
          </a:p>
        </p:txBody>
      </p:sp>
      <p:sp>
        <p:nvSpPr>
          <p:cNvPr id="20" name="Text 14"/>
          <p:cNvSpPr/>
          <p:nvPr/>
        </p:nvSpPr>
        <p:spPr>
          <a:xfrm>
            <a:off x="81783" y="1147666"/>
            <a:ext cx="9790005" cy="3274698"/>
          </a:xfrm>
          <a:prstGeom prst="rect">
            <a:avLst/>
          </a:prstGeom>
          <a:noFill/>
          <a:ln/>
        </p:spPr>
        <p:txBody>
          <a:bodyPr wrap="square" lIns="0" tIns="0" rIns="0" bIns="0" rtlCol="0" anchor="t">
            <a:normAutofit fontScale="92500" lnSpcReduction="20000"/>
          </a:bodyPr>
          <a:lstStyle/>
          <a:p>
            <a:pPr marL="0" indent="0" algn="l">
              <a:lnSpc>
                <a:spcPct val="120000"/>
              </a:lnSpc>
              <a:spcAft>
                <a:spcPts val="850"/>
              </a:spcAft>
              <a:buNone/>
            </a:pP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The only nuclear weapon program in the Middle East, begun in the 1960s with French assistance. Israel maintains deliberate ambiguity — neither confirming nor denying it — and the program remains officially unacknowledged by the US.</a:t>
            </a:r>
            <a:endParaRPr lang="en-US" b="1" dirty="0">
              <a:solidFill>
                <a:srgbClr val="FFCC66"/>
              </a:solidFill>
              <a:effectLst>
                <a:outerShdw blurRad="38100" dist="38100" dir="2700000" algn="tl">
                  <a:srgbClr val="000000">
                    <a:alpha val="43137"/>
                  </a:srgbClr>
                </a:outerShdw>
              </a:effectLst>
            </a:endParaRPr>
          </a:p>
          <a:p>
            <a:pPr marL="0" indent="0" algn="l">
              <a:lnSpc>
                <a:spcPct val="120000"/>
              </a:lnSpc>
              <a:buNone/>
            </a:pP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Technician Mordechai Vanunu exposed details in 1986 and was severely punished. During the Gaza war, an Israeli minister and MP each referenced the arsenal in relation to Gaza.</a:t>
            </a:r>
            <a:b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br>
            <a:b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b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While US says Iran’s nuclear program is dismantling peace, it stays at absolute silence for Israel’s subject of Nuclear Possession. US itself votes in favor of Israel, even using Veto power, protecting its ally at any cost. Irony is that </a:t>
            </a:r>
            <a:r>
              <a:rPr lang="en-US" b="1" dirty="0">
                <a:solidFill>
                  <a:srgbClr val="CC33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US is the one who legally funds $4B each year in Israeli Defense Force, the bombs which have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deliberately </a:t>
            </a:r>
            <a:r>
              <a:rPr lang="en-US" b="1" dirty="0">
                <a:solidFill>
                  <a:srgbClr val="CC33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killed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177,000 civilians </a:t>
            </a:r>
            <a:r>
              <a:rPr lang="en-US" b="1" dirty="0">
                <a:solidFill>
                  <a:srgbClr val="CC33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in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Gaza, Palestine </a:t>
            </a:r>
            <a:r>
              <a:rPr lang="en-US" b="1" dirty="0">
                <a:solidFill>
                  <a:srgbClr val="CC33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in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3 years </a:t>
            </a:r>
            <a:r>
              <a:rPr lang="en-US" b="1" dirty="0">
                <a:solidFill>
                  <a:srgbClr val="CC33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by Israeli military</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in the name of special military operation,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16,000</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in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Lebanon</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in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4 months</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and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thousands</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in </a:t>
            </a:r>
            <a:r>
              <a:rPr lang="en-US" b="1" dirty="0">
                <a:solidFill>
                  <a:srgbClr val="800000"/>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Syria</a:t>
            </a:r>
            <a:r>
              <a:rPr lang="en-US" b="1" dirty="0">
                <a:solidFill>
                  <a:srgbClr val="FFCC66"/>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 for the </a:t>
            </a:r>
            <a:r>
              <a:rPr lang="en-US" b="1" dirty="0">
                <a:solidFill>
                  <a:schemeClr val="tx2">
                    <a:lumMod val="75000"/>
                    <a:lumOff val="25000"/>
                  </a:schemeClr>
                </a:solidFill>
                <a:effectLst>
                  <a:outerShdw blurRad="38100" dist="38100" dir="2700000" algn="tl">
                    <a:srgbClr val="000000">
                      <a:alpha val="43137"/>
                    </a:srgbClr>
                  </a:outerShdw>
                </a:effectLst>
                <a:latin typeface="Roboto" pitchFamily="34" charset="0"/>
                <a:ea typeface="Roboto" pitchFamily="34" charset="-122"/>
                <a:cs typeface="Roboto" pitchFamily="34" charset="-120"/>
              </a:rPr>
              <a:t>Greater Israel Project.</a:t>
            </a:r>
            <a:endParaRPr lang="en-US" b="1" dirty="0">
              <a:solidFill>
                <a:schemeClr val="tx2">
                  <a:lumMod val="75000"/>
                  <a:lumOff val="25000"/>
                </a:schemeClr>
              </a:solidFill>
              <a:effectLst>
                <a:outerShdw blurRad="38100" dist="38100" dir="2700000" algn="tl">
                  <a:srgbClr val="000000">
                    <a:alpha val="43137"/>
                  </a:srgbClr>
                </a:outerShdw>
              </a:effectLst>
            </a:endParaRPr>
          </a:p>
        </p:txBody>
      </p:sp>
      <p:sp>
        <p:nvSpPr>
          <p:cNvPr id="12" name="TextBox 11">
            <a:extLst>
              <a:ext uri="{FF2B5EF4-FFF2-40B4-BE49-F238E27FC236}">
                <a16:creationId xmlns:a16="http://schemas.microsoft.com/office/drawing/2014/main" id="{E7F89B02-3ADA-93B1-FE1C-AFE9CA447E54}"/>
              </a:ext>
            </a:extLst>
          </p:cNvPr>
          <p:cNvSpPr txBox="1"/>
          <p:nvPr/>
        </p:nvSpPr>
        <p:spPr>
          <a:xfrm>
            <a:off x="11409904" y="70220"/>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8</a:t>
            </a:r>
            <a:r>
              <a:rPr sz="1600" b="1" i="0" u="none" dirty="0">
                <a:solidFill>
                  <a:srgbClr val="64748B"/>
                </a:solidFill>
                <a:effectLst>
                  <a:outerShdw blurRad="38100" dist="38100" dir="2700000" algn="tl">
                    <a:srgbClr val="000000">
                      <a:alpha val="43137"/>
                    </a:srgbClr>
                  </a:outerShdw>
                </a:effectLst>
                <a:latin typeface="Inter"/>
              </a:rPr>
              <a:t> /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2" name="Text 32">
            <a:extLst>
              <a:ext uri="{FF2B5EF4-FFF2-40B4-BE49-F238E27FC236}">
                <a16:creationId xmlns:a16="http://schemas.microsoft.com/office/drawing/2014/main" id="{A46964D3-0048-EC55-1046-F7D85B7E419E}"/>
              </a:ext>
            </a:extLst>
          </p:cNvPr>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extLst>
      <p:ext uri="{BB962C8B-B14F-4D97-AF65-F5344CB8AC3E}">
        <p14:creationId xmlns:p14="http://schemas.microsoft.com/office/powerpoint/2010/main" val="5596391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randombar(horizontal)">
                                      <p:cBhvr>
                                        <p:cTn id="7" dur="2750"/>
                                        <p:tgtEl>
                                          <p:spTgt spid="19"/>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heel(1)">
                                      <p:cBhvr>
                                        <p:cTn id="10" dur="2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502920"/>
            <a:ext cx="5486400" cy="365760"/>
          </a:xfrm>
          <a:prstGeom prst="rect">
            <a:avLst/>
          </a:prstGeom>
          <a:noFill/>
          <a:ln/>
        </p:spPr>
        <p:txBody>
          <a:bodyPr wrap="square" rtlCol="0" anchor="ctr"/>
          <a:lstStyle/>
          <a:p>
            <a:pPr marL="0" indent="0">
              <a:buNone/>
            </a:pPr>
            <a:r>
              <a:rPr lang="en-US" sz="1300" kern="0" spc="300" dirty="0">
                <a:solidFill>
                  <a:srgbClr val="C9958A"/>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CONCLUSION</a:t>
            </a:r>
            <a:endParaRPr lang="en-US" sz="1300" dirty="0">
              <a:effectLst>
                <a:outerShdw blurRad="38100" dist="38100" dir="2700000" algn="tl">
                  <a:srgbClr val="000000">
                    <a:alpha val="43137"/>
                  </a:srgbClr>
                </a:outerShdw>
              </a:effectLst>
            </a:endParaRPr>
          </a:p>
        </p:txBody>
      </p:sp>
      <p:sp>
        <p:nvSpPr>
          <p:cNvPr id="3" name="Text 1"/>
          <p:cNvSpPr/>
          <p:nvPr/>
        </p:nvSpPr>
        <p:spPr>
          <a:xfrm>
            <a:off x="822960" y="822960"/>
            <a:ext cx="10515600" cy="777240"/>
          </a:xfrm>
          <a:prstGeom prst="rect">
            <a:avLst/>
          </a:prstGeom>
          <a:noFill/>
          <a:ln/>
        </p:spPr>
        <p:txBody>
          <a:bodyPr wrap="square" rtlCol="0" anchor="ctr"/>
          <a:lstStyle/>
          <a:p>
            <a:pPr marL="0" indent="0">
              <a:buNone/>
            </a:pPr>
            <a:r>
              <a:rPr lang="en-US" sz="3400" b="1" u="sng" dirty="0">
                <a:solidFill>
                  <a:schemeClr val="accent2"/>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Whose Rules, Whose War</a:t>
            </a:r>
            <a:endParaRPr lang="en-US" sz="3400" u="sng" dirty="0">
              <a:solidFill>
                <a:schemeClr val="accent2"/>
              </a:solidFill>
              <a:effectLst>
                <a:outerShdw blurRad="38100" dist="38100" dir="2700000" algn="tl">
                  <a:srgbClr val="000000">
                    <a:alpha val="43137"/>
                  </a:srgbClr>
                </a:outerShdw>
              </a:effectLst>
            </a:endParaRPr>
          </a:p>
        </p:txBody>
      </p:sp>
      <p:sp>
        <p:nvSpPr>
          <p:cNvPr id="4" name="Shape 2"/>
          <p:cNvSpPr/>
          <p:nvPr/>
        </p:nvSpPr>
        <p:spPr>
          <a:xfrm>
            <a:off x="822960" y="1627632"/>
            <a:ext cx="1188720" cy="27432"/>
          </a:xfrm>
          <a:prstGeom prst="rect">
            <a:avLst/>
          </a:prstGeom>
          <a:solidFill>
            <a:srgbClr val="990011"/>
          </a:solidFill>
          <a:ln/>
        </p:spPr>
      </p:sp>
      <p:sp>
        <p:nvSpPr>
          <p:cNvPr id="5" name="Shape 3"/>
          <p:cNvSpPr/>
          <p:nvPr/>
        </p:nvSpPr>
        <p:spPr>
          <a:xfrm>
            <a:off x="822960" y="1965960"/>
            <a:ext cx="5166360" cy="1737360"/>
          </a:xfrm>
          <a:prstGeom prst="roundRect">
            <a:avLst>
              <a:gd name="adj" fmla="val 4211"/>
            </a:avLst>
          </a:prstGeom>
          <a:solidFill>
            <a:schemeClr val="bg1">
              <a:lumMod val="95000"/>
              <a:lumOff val="5000"/>
            </a:schemeClr>
          </a:solidFill>
          <a:ln w="12700">
            <a:solidFill>
              <a:srgbClr val="5C0A0F"/>
            </a:solidFill>
            <a:prstDash val="solid"/>
          </a:ln>
        </p:spPr>
      </p:sp>
      <p:sp>
        <p:nvSpPr>
          <p:cNvPr id="6" name="Text 4"/>
          <p:cNvSpPr/>
          <p:nvPr/>
        </p:nvSpPr>
        <p:spPr>
          <a:xfrm>
            <a:off x="1097280" y="2167128"/>
            <a:ext cx="4617720" cy="411480"/>
          </a:xfrm>
          <a:prstGeom prst="rect">
            <a:avLst/>
          </a:prstGeom>
          <a:noFill/>
          <a:ln/>
        </p:spPr>
        <p:txBody>
          <a:bodyPr wrap="square" rtlCol="0" anchor="ctr"/>
          <a:lstStyle/>
          <a:p>
            <a:pPr marL="0" indent="0">
              <a:buNone/>
            </a:pPr>
            <a:r>
              <a:rPr lang="en-US" sz="1600" b="1" dirty="0">
                <a:solidFill>
                  <a:srgbClr val="F0C9C2"/>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A selective outrage</a:t>
            </a:r>
            <a:endParaRPr lang="en-US" sz="1600" dirty="0">
              <a:effectLst>
                <a:outerShdw blurRad="38100" dist="38100" dir="2700000" algn="tl">
                  <a:srgbClr val="000000">
                    <a:alpha val="43137"/>
                  </a:srgbClr>
                </a:outerShdw>
              </a:effectLst>
            </a:endParaRPr>
          </a:p>
        </p:txBody>
      </p:sp>
      <p:sp>
        <p:nvSpPr>
          <p:cNvPr id="7" name="Text 5"/>
          <p:cNvSpPr/>
          <p:nvPr/>
        </p:nvSpPr>
        <p:spPr>
          <a:xfrm>
            <a:off x="1097280" y="2587752"/>
            <a:ext cx="4617720" cy="1005840"/>
          </a:xfrm>
          <a:prstGeom prst="rect">
            <a:avLst/>
          </a:prstGeom>
          <a:noFill/>
          <a:ln/>
        </p:spPr>
        <p:txBody>
          <a:bodyPr wrap="square" rtlCol="0" anchor="t"/>
          <a:lstStyle/>
          <a:p>
            <a:pPr marL="0" indent="0">
              <a:lnSpc>
                <a:spcPct val="125000"/>
              </a:lnSpc>
              <a:buNone/>
            </a:pPr>
            <a:r>
              <a:rPr lang="en-US" sz="1600" dirty="0">
                <a:solidFill>
                  <a:srgbClr val="E5DFDA"/>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The same institutions that condemned Russia over Ukraine stayed largely silent on Gaza — international law applied as leverage, not principle.</a:t>
            </a:r>
            <a:endParaRPr lang="en-US" sz="1600" dirty="0">
              <a:effectLst>
                <a:outerShdw blurRad="38100" dist="38100" dir="2700000" algn="tl">
                  <a:srgbClr val="000000">
                    <a:alpha val="43137"/>
                  </a:srgbClr>
                </a:outerShdw>
              </a:effectLst>
            </a:endParaRPr>
          </a:p>
        </p:txBody>
      </p:sp>
      <p:sp>
        <p:nvSpPr>
          <p:cNvPr id="8" name="Shape 6"/>
          <p:cNvSpPr/>
          <p:nvPr/>
        </p:nvSpPr>
        <p:spPr>
          <a:xfrm>
            <a:off x="6263640" y="1965960"/>
            <a:ext cx="5166360" cy="1737360"/>
          </a:xfrm>
          <a:prstGeom prst="roundRect">
            <a:avLst>
              <a:gd name="adj" fmla="val 4211"/>
            </a:avLst>
          </a:prstGeom>
          <a:solidFill>
            <a:schemeClr val="bg1">
              <a:lumMod val="95000"/>
              <a:lumOff val="5000"/>
            </a:schemeClr>
          </a:solidFill>
          <a:ln w="12700">
            <a:solidFill>
              <a:srgbClr val="5C0A0F"/>
            </a:solidFill>
            <a:prstDash val="solid"/>
          </a:ln>
        </p:spPr>
      </p:sp>
      <p:sp>
        <p:nvSpPr>
          <p:cNvPr id="9" name="Text 7"/>
          <p:cNvSpPr/>
          <p:nvPr/>
        </p:nvSpPr>
        <p:spPr>
          <a:xfrm>
            <a:off x="6537960" y="2167128"/>
            <a:ext cx="4617720" cy="411480"/>
          </a:xfrm>
          <a:prstGeom prst="rect">
            <a:avLst/>
          </a:prstGeom>
          <a:noFill/>
          <a:ln/>
        </p:spPr>
        <p:txBody>
          <a:bodyPr wrap="square" rtlCol="0" anchor="ctr"/>
          <a:lstStyle/>
          <a:p>
            <a:pPr marL="0" indent="0">
              <a:buNone/>
            </a:pPr>
            <a:r>
              <a:rPr lang="en-US" sz="1600" b="1" dirty="0">
                <a:solidFill>
                  <a:srgbClr val="F0C9C2"/>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Nations as tribes with borders</a:t>
            </a:r>
            <a:endParaRPr lang="en-US" sz="1600" dirty="0">
              <a:effectLst>
                <a:outerShdw blurRad="38100" dist="38100" dir="2700000" algn="tl">
                  <a:srgbClr val="000000">
                    <a:alpha val="43137"/>
                  </a:srgbClr>
                </a:outerShdw>
              </a:effectLst>
            </a:endParaRPr>
          </a:p>
        </p:txBody>
      </p:sp>
      <p:sp>
        <p:nvSpPr>
          <p:cNvPr id="10" name="Text 8"/>
          <p:cNvSpPr/>
          <p:nvPr/>
        </p:nvSpPr>
        <p:spPr>
          <a:xfrm>
            <a:off x="6492240" y="2441448"/>
            <a:ext cx="4617720" cy="1005840"/>
          </a:xfrm>
          <a:prstGeom prst="rect">
            <a:avLst/>
          </a:prstGeom>
          <a:noFill/>
          <a:ln/>
        </p:spPr>
        <p:txBody>
          <a:bodyPr wrap="square" rtlCol="0" anchor="t"/>
          <a:lstStyle/>
          <a:p>
            <a:pPr marL="0" indent="0">
              <a:lnSpc>
                <a:spcPct val="125000"/>
              </a:lnSpc>
              <a:buNone/>
            </a:pPr>
            <a:r>
              <a:rPr lang="en-US" sz="1600" dirty="0">
                <a:solidFill>
                  <a:srgbClr val="E5DFDA"/>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States rarely act as moral agents. They behave as large, organized tribal interests — loyalty to the in-group first, “international law” invoked only when convenient.</a:t>
            </a:r>
            <a:endParaRPr lang="en-US" sz="1600" dirty="0">
              <a:effectLst>
                <a:outerShdw blurRad="38100" dist="38100" dir="2700000" algn="tl">
                  <a:srgbClr val="000000">
                    <a:alpha val="43137"/>
                  </a:srgbClr>
                </a:outerShdw>
              </a:effectLst>
            </a:endParaRPr>
          </a:p>
        </p:txBody>
      </p:sp>
      <p:sp>
        <p:nvSpPr>
          <p:cNvPr id="11" name="Shape 9"/>
          <p:cNvSpPr/>
          <p:nvPr/>
        </p:nvSpPr>
        <p:spPr>
          <a:xfrm>
            <a:off x="822960" y="3931920"/>
            <a:ext cx="5166360" cy="1737360"/>
          </a:xfrm>
          <a:prstGeom prst="roundRect">
            <a:avLst>
              <a:gd name="adj" fmla="val 4211"/>
            </a:avLst>
          </a:prstGeom>
          <a:solidFill>
            <a:schemeClr val="bg1">
              <a:lumMod val="95000"/>
              <a:lumOff val="5000"/>
            </a:schemeClr>
          </a:solidFill>
          <a:ln w="12700">
            <a:solidFill>
              <a:srgbClr val="5C0A0F"/>
            </a:solidFill>
            <a:prstDash val="solid"/>
          </a:ln>
        </p:spPr>
      </p:sp>
      <p:sp>
        <p:nvSpPr>
          <p:cNvPr id="12" name="Text 10"/>
          <p:cNvSpPr/>
          <p:nvPr/>
        </p:nvSpPr>
        <p:spPr>
          <a:xfrm>
            <a:off x="1097280" y="4133088"/>
            <a:ext cx="4617720" cy="411480"/>
          </a:xfrm>
          <a:prstGeom prst="rect">
            <a:avLst/>
          </a:prstGeom>
          <a:noFill/>
          <a:ln/>
        </p:spPr>
        <p:txBody>
          <a:bodyPr wrap="square" rtlCol="0" anchor="ctr"/>
          <a:lstStyle/>
          <a:p>
            <a:pPr marL="0" indent="0">
              <a:buNone/>
            </a:pPr>
            <a:r>
              <a:rPr lang="en-US" sz="1600" b="1" dirty="0">
                <a:solidFill>
                  <a:srgbClr val="F0C9C2"/>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Power keeps power</a:t>
            </a:r>
            <a:endParaRPr lang="en-US" sz="1600" dirty="0">
              <a:effectLst>
                <a:outerShdw blurRad="38100" dist="38100" dir="2700000" algn="tl">
                  <a:srgbClr val="000000">
                    <a:alpha val="43137"/>
                  </a:srgbClr>
                </a:outerShdw>
              </a:effectLst>
            </a:endParaRPr>
          </a:p>
        </p:txBody>
      </p:sp>
      <p:sp>
        <p:nvSpPr>
          <p:cNvPr id="13" name="Text 11"/>
          <p:cNvSpPr/>
          <p:nvPr/>
        </p:nvSpPr>
        <p:spPr>
          <a:xfrm>
            <a:off x="1097280" y="4553712"/>
            <a:ext cx="4617720" cy="1005840"/>
          </a:xfrm>
          <a:prstGeom prst="rect">
            <a:avLst/>
          </a:prstGeom>
          <a:noFill/>
          <a:ln/>
        </p:spPr>
        <p:txBody>
          <a:bodyPr wrap="square" rtlCol="0" anchor="t"/>
          <a:lstStyle/>
          <a:p>
            <a:pPr marL="0" indent="0">
              <a:lnSpc>
                <a:spcPct val="125000"/>
              </a:lnSpc>
              <a:buNone/>
            </a:pPr>
            <a:r>
              <a:rPr lang="en-US" sz="1600" dirty="0">
                <a:solidFill>
                  <a:srgbClr val="E5DFDA"/>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Superpowers don’t just compete — they suppress smaller states from rising, because a strong rival's ally is a threat to their own position.</a:t>
            </a:r>
            <a:endParaRPr lang="en-US" sz="1600" dirty="0">
              <a:effectLst>
                <a:outerShdw blurRad="38100" dist="38100" dir="2700000" algn="tl">
                  <a:srgbClr val="000000">
                    <a:alpha val="43137"/>
                  </a:srgbClr>
                </a:outerShdw>
              </a:effectLst>
            </a:endParaRPr>
          </a:p>
        </p:txBody>
      </p:sp>
      <p:sp>
        <p:nvSpPr>
          <p:cNvPr id="14" name="Shape 12"/>
          <p:cNvSpPr/>
          <p:nvPr/>
        </p:nvSpPr>
        <p:spPr>
          <a:xfrm>
            <a:off x="6263640" y="3931920"/>
            <a:ext cx="5166360" cy="1737360"/>
          </a:xfrm>
          <a:prstGeom prst="roundRect">
            <a:avLst>
              <a:gd name="adj" fmla="val 4211"/>
            </a:avLst>
          </a:prstGeom>
          <a:solidFill>
            <a:schemeClr val="bg1">
              <a:lumMod val="95000"/>
              <a:lumOff val="5000"/>
            </a:schemeClr>
          </a:solidFill>
          <a:ln w="12700">
            <a:solidFill>
              <a:srgbClr val="5C0A0F"/>
            </a:solidFill>
            <a:prstDash val="solid"/>
          </a:ln>
        </p:spPr>
      </p:sp>
      <p:sp>
        <p:nvSpPr>
          <p:cNvPr id="15" name="Text 13"/>
          <p:cNvSpPr/>
          <p:nvPr/>
        </p:nvSpPr>
        <p:spPr>
          <a:xfrm>
            <a:off x="6537960" y="4133088"/>
            <a:ext cx="4617720" cy="411480"/>
          </a:xfrm>
          <a:prstGeom prst="rect">
            <a:avLst/>
          </a:prstGeom>
          <a:noFill/>
          <a:ln/>
        </p:spPr>
        <p:txBody>
          <a:bodyPr wrap="square" rtlCol="0" anchor="ctr"/>
          <a:lstStyle/>
          <a:p>
            <a:pPr marL="0" indent="0">
              <a:buNone/>
            </a:pPr>
            <a:r>
              <a:rPr lang="en-US" sz="1600" b="1" dirty="0">
                <a:solidFill>
                  <a:srgbClr val="F0C9C2"/>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No side is purely just</a:t>
            </a:r>
            <a:endParaRPr lang="en-US" sz="1600" dirty="0">
              <a:effectLst>
                <a:outerShdw blurRad="38100" dist="38100" dir="2700000" algn="tl">
                  <a:srgbClr val="000000">
                    <a:alpha val="43137"/>
                  </a:srgbClr>
                </a:outerShdw>
              </a:effectLst>
            </a:endParaRPr>
          </a:p>
        </p:txBody>
      </p:sp>
      <p:sp>
        <p:nvSpPr>
          <p:cNvPr id="16" name="Text 14"/>
          <p:cNvSpPr/>
          <p:nvPr/>
        </p:nvSpPr>
        <p:spPr>
          <a:xfrm>
            <a:off x="6537960" y="4553712"/>
            <a:ext cx="4617720" cy="1005840"/>
          </a:xfrm>
          <a:prstGeom prst="rect">
            <a:avLst/>
          </a:prstGeom>
          <a:noFill/>
          <a:ln/>
        </p:spPr>
        <p:txBody>
          <a:bodyPr wrap="square" rtlCol="0" anchor="t"/>
          <a:lstStyle/>
          <a:p>
            <a:pPr marL="0" indent="0">
              <a:lnSpc>
                <a:spcPct val="125000"/>
              </a:lnSpc>
              <a:buNone/>
            </a:pPr>
            <a:r>
              <a:rPr lang="en-US" sz="1600" dirty="0">
                <a:solidFill>
                  <a:srgbClr val="E5DFDA"/>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Every war has both a devil and a hero, and which one you see depends entirely on which side of the border you were born on.</a:t>
            </a:r>
            <a:endParaRPr lang="en-US" sz="1600" dirty="0">
              <a:effectLst>
                <a:outerShdw blurRad="38100" dist="38100" dir="2700000" algn="tl">
                  <a:srgbClr val="000000">
                    <a:alpha val="43137"/>
                  </a:srgbClr>
                </a:outerShdw>
              </a:effectLst>
            </a:endParaRPr>
          </a:p>
        </p:txBody>
      </p:sp>
      <p:sp>
        <p:nvSpPr>
          <p:cNvPr id="17" name="Shape 15"/>
          <p:cNvSpPr/>
          <p:nvPr/>
        </p:nvSpPr>
        <p:spPr>
          <a:xfrm>
            <a:off x="822960" y="5989320"/>
            <a:ext cx="10515600" cy="658368"/>
          </a:xfrm>
          <a:prstGeom prst="roundRect">
            <a:avLst>
              <a:gd name="adj" fmla="val 8333"/>
            </a:avLst>
          </a:prstGeom>
          <a:solidFill>
            <a:srgbClr val="990011"/>
          </a:solidFill>
          <a:ln/>
        </p:spPr>
      </p:sp>
      <p:sp>
        <p:nvSpPr>
          <p:cNvPr id="18" name="Text 16"/>
          <p:cNvSpPr/>
          <p:nvPr/>
        </p:nvSpPr>
        <p:spPr>
          <a:xfrm>
            <a:off x="1051560" y="5989320"/>
            <a:ext cx="10058400" cy="658368"/>
          </a:xfrm>
          <a:prstGeom prst="rect">
            <a:avLst/>
          </a:prstGeom>
          <a:noFill/>
          <a:ln/>
        </p:spPr>
        <p:txBody>
          <a:bodyPr wrap="square" rtlCol="0" anchor="ctr"/>
          <a:lstStyle/>
          <a:p>
            <a:pPr marL="0" indent="0">
              <a:buNone/>
            </a:pPr>
            <a:r>
              <a:rPr lang="en-US" b="1" i="1" dirty="0">
                <a:solidFill>
                  <a:srgbClr val="FFFFFF"/>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Attack on Titan's </a:t>
            </a:r>
            <a:r>
              <a:rPr lang="en-US" dirty="0">
                <a:solidFill>
                  <a:srgbClr val="FFFFFF"/>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closing lesson: the cycle of hatred survives only because each generation is taught to see itself as the victim and the other as the monster — break the myth, and the war loses its fuel.</a:t>
            </a:r>
            <a:endParaRPr lang="en-US" dirty="0">
              <a:effectLst>
                <a:outerShdw blurRad="38100" dist="38100" dir="2700000" algn="tl">
                  <a:srgbClr val="000000">
                    <a:alpha val="43137"/>
                  </a:srgbClr>
                </a:outerShdw>
              </a:effectLst>
            </a:endParaRPr>
          </a:p>
        </p:txBody>
      </p:sp>
      <p:sp>
        <p:nvSpPr>
          <p:cNvPr id="19" name="TextBox 18">
            <a:extLst>
              <a:ext uri="{FF2B5EF4-FFF2-40B4-BE49-F238E27FC236}">
                <a16:creationId xmlns:a16="http://schemas.microsoft.com/office/drawing/2014/main" id="{6CF5B6E0-0778-52F5-F42F-7DEA5296EE57}"/>
              </a:ext>
            </a:extLst>
          </p:cNvPr>
          <p:cNvSpPr txBox="1"/>
          <p:nvPr/>
        </p:nvSpPr>
        <p:spPr>
          <a:xfrm>
            <a:off x="11409904" y="70220"/>
            <a:ext cx="1026085" cy="246221"/>
          </a:xfrm>
          <a:prstGeom prst="rect">
            <a:avLst/>
          </a:prstGeom>
          <a:noFill/>
        </p:spPr>
        <p:txBody>
          <a:bodyPr wrap="square" lIns="0" tIns="0" rIns="0" bIns="0" anchor="t">
            <a:spAutoFit/>
          </a:bodyPr>
          <a:lstStyle/>
          <a:p>
            <a:pPr algn="l"/>
            <a:r>
              <a:rPr sz="1600" b="1" i="0" u="none" dirty="0">
                <a:solidFill>
                  <a:srgbClr val="64748B"/>
                </a:solidFill>
                <a:effectLst>
                  <a:outerShdw blurRad="38100" dist="38100" dir="2700000" algn="tl">
                    <a:srgbClr val="000000">
                      <a:alpha val="43137"/>
                    </a:srgbClr>
                  </a:outerShdw>
                </a:effectLst>
                <a:latin typeface="Inter"/>
              </a:rPr>
              <a:t>0</a:t>
            </a:r>
            <a:r>
              <a:rPr lang="en-US" sz="1600" b="1" i="0" u="none" dirty="0">
                <a:solidFill>
                  <a:srgbClr val="64748B"/>
                </a:solidFill>
                <a:effectLst>
                  <a:outerShdw blurRad="38100" dist="38100" dir="2700000" algn="tl">
                    <a:srgbClr val="000000">
                      <a:alpha val="43137"/>
                    </a:srgbClr>
                  </a:outerShdw>
                </a:effectLst>
                <a:latin typeface="Inter"/>
              </a:rPr>
              <a:t>9</a:t>
            </a:r>
            <a:r>
              <a:rPr sz="1600" b="1" i="0" u="none" dirty="0">
                <a:solidFill>
                  <a:srgbClr val="64748B"/>
                </a:solidFill>
                <a:effectLst>
                  <a:outerShdw blurRad="38100" dist="38100" dir="2700000" algn="tl">
                    <a:srgbClr val="000000">
                      <a:alpha val="43137"/>
                    </a:srgbClr>
                  </a:outerShdw>
                </a:effectLst>
                <a:latin typeface="Inter"/>
              </a:rPr>
              <a:t>/ 0</a:t>
            </a:r>
            <a:r>
              <a:rPr lang="en-US" sz="1600" b="1" i="0" u="none" dirty="0">
                <a:solidFill>
                  <a:srgbClr val="64748B"/>
                </a:solidFill>
                <a:effectLst>
                  <a:outerShdw blurRad="38100" dist="38100" dir="2700000" algn="tl">
                    <a:srgbClr val="000000">
                      <a:alpha val="43137"/>
                    </a:srgbClr>
                  </a:outerShdw>
                </a:effectLst>
                <a:latin typeface="Inter"/>
              </a:rPr>
              <a:t>9</a:t>
            </a:r>
            <a:endParaRPr sz="1600" b="1" i="0" u="none" dirty="0">
              <a:solidFill>
                <a:srgbClr val="64748B"/>
              </a:solidFill>
              <a:effectLst>
                <a:outerShdw blurRad="38100" dist="38100" dir="2700000" algn="tl">
                  <a:srgbClr val="000000">
                    <a:alpha val="43137"/>
                  </a:srgbClr>
                </a:outerShdw>
              </a:effectLst>
              <a:latin typeface="Inter"/>
            </a:endParaRPr>
          </a:p>
        </p:txBody>
      </p:sp>
      <p:sp>
        <p:nvSpPr>
          <p:cNvPr id="20" name="Text 32">
            <a:extLst>
              <a:ext uri="{FF2B5EF4-FFF2-40B4-BE49-F238E27FC236}">
                <a16:creationId xmlns:a16="http://schemas.microsoft.com/office/drawing/2014/main" id="{887FAD5D-56C4-4999-F813-EB7E4486D183}"/>
              </a:ext>
            </a:extLst>
          </p:cNvPr>
          <p:cNvSpPr/>
          <p:nvPr/>
        </p:nvSpPr>
        <p:spPr>
          <a:xfrm>
            <a:off x="7419703" y="73152"/>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2250"/>
                                        <p:tgtEl>
                                          <p:spTgt spid="2"/>
                                        </p:tgtEl>
                                      </p:cBhvr>
                                    </p:animEffect>
                                  </p:childTnLst>
                                </p:cTn>
                              </p:par>
                            </p:childTnLst>
                          </p:cTn>
                        </p:par>
                        <p:par>
                          <p:cTn id="8" fill="hold">
                            <p:stCondLst>
                              <p:cond delay="2250"/>
                            </p:stCondLst>
                            <p:childTnLst>
                              <p:par>
                                <p:cTn id="9" presetID="6" presetClass="entr" presetSubtype="16"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circle(in)">
                                      <p:cBhvr>
                                        <p:cTn id="11" dur="2500"/>
                                        <p:tgtEl>
                                          <p:spTgt spid="3"/>
                                        </p:tgtEl>
                                      </p:cBhvr>
                                    </p:animEffect>
                                  </p:childTnLst>
                                </p:cTn>
                              </p:par>
                              <p:par>
                                <p:cTn id="12" presetID="14" presetClass="entr" presetSubtype="10" fill="hold"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randombar(horizontal)">
                                      <p:cBhvr>
                                        <p:cTn id="14" dur="3250"/>
                                        <p:tgtEl>
                                          <p:spTgt spid="4"/>
                                        </p:tgtEl>
                                      </p:cBhvr>
                                    </p:animEffect>
                                  </p:childTnLst>
                                </p:cTn>
                              </p:par>
                              <p:par>
                                <p:cTn id="15" presetID="14" presetClass="entr" presetSubtype="1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randombar(horizontal)">
                                      <p:cBhvr>
                                        <p:cTn id="17" dur="3250"/>
                                        <p:tgtEl>
                                          <p:spTgt spid="5"/>
                                        </p:tgtEl>
                                      </p:cBhvr>
                                    </p:animEffect>
                                  </p:childTnLst>
                                </p:cTn>
                              </p:par>
                              <p:par>
                                <p:cTn id="18" presetID="14" presetClass="entr" presetSubtype="1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randombar(horizontal)">
                                      <p:cBhvr>
                                        <p:cTn id="20" dur="3250"/>
                                        <p:tgtEl>
                                          <p:spTgt spid="6"/>
                                        </p:tgtEl>
                                      </p:cBhvr>
                                    </p:animEffect>
                                  </p:childTnLst>
                                </p:cTn>
                              </p:par>
                              <p:par>
                                <p:cTn id="21" presetID="14" presetClass="entr" presetSubtype="1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randombar(horizontal)">
                                      <p:cBhvr>
                                        <p:cTn id="23" dur="3250"/>
                                        <p:tgtEl>
                                          <p:spTgt spid="7"/>
                                        </p:tgtEl>
                                      </p:cBhvr>
                                    </p:animEffect>
                                  </p:childTnLst>
                                </p:cTn>
                              </p:par>
                              <p:par>
                                <p:cTn id="24" presetID="14" presetClass="entr" presetSubtype="1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randombar(horizontal)">
                                      <p:cBhvr>
                                        <p:cTn id="26" dur="3250"/>
                                        <p:tgtEl>
                                          <p:spTgt spid="8"/>
                                        </p:tgtEl>
                                      </p:cBhvr>
                                    </p:animEffect>
                                  </p:childTnLst>
                                </p:cTn>
                              </p:par>
                              <p:par>
                                <p:cTn id="27" presetID="14" presetClass="entr" presetSubtype="1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randombar(horizontal)">
                                      <p:cBhvr>
                                        <p:cTn id="29" dur="3250"/>
                                        <p:tgtEl>
                                          <p:spTgt spid="9"/>
                                        </p:tgtEl>
                                      </p:cBhvr>
                                    </p:animEffect>
                                  </p:childTnLst>
                                </p:cTn>
                              </p:par>
                              <p:par>
                                <p:cTn id="30" presetID="14" presetClass="entr" presetSubtype="1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randombar(horizontal)">
                                      <p:cBhvr>
                                        <p:cTn id="32" dur="3250"/>
                                        <p:tgtEl>
                                          <p:spTgt spid="10"/>
                                        </p:tgtEl>
                                      </p:cBhvr>
                                    </p:animEffect>
                                  </p:childTnLst>
                                </p:cTn>
                              </p:par>
                              <p:par>
                                <p:cTn id="33" presetID="14" presetClass="entr" presetSubtype="1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randombar(horizontal)">
                                      <p:cBhvr>
                                        <p:cTn id="35" dur="3250"/>
                                        <p:tgtEl>
                                          <p:spTgt spid="11"/>
                                        </p:tgtEl>
                                      </p:cBhvr>
                                    </p:animEffect>
                                  </p:childTnLst>
                                </p:cTn>
                              </p:par>
                              <p:par>
                                <p:cTn id="36" presetID="14" presetClass="entr" presetSubtype="1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randombar(horizontal)">
                                      <p:cBhvr>
                                        <p:cTn id="38" dur="3250"/>
                                        <p:tgtEl>
                                          <p:spTgt spid="12"/>
                                        </p:tgtEl>
                                      </p:cBhvr>
                                    </p:animEffect>
                                  </p:childTnLst>
                                </p:cTn>
                              </p:par>
                              <p:par>
                                <p:cTn id="39" presetID="14" presetClass="entr" presetSubtype="1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randombar(horizontal)">
                                      <p:cBhvr>
                                        <p:cTn id="41" dur="3250"/>
                                        <p:tgtEl>
                                          <p:spTgt spid="13"/>
                                        </p:tgtEl>
                                      </p:cBhvr>
                                    </p:animEffect>
                                  </p:childTnLst>
                                </p:cTn>
                              </p:par>
                              <p:par>
                                <p:cTn id="42" presetID="14" presetClass="entr" presetSubtype="1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randombar(horizontal)">
                                      <p:cBhvr>
                                        <p:cTn id="44" dur="3250"/>
                                        <p:tgtEl>
                                          <p:spTgt spid="14"/>
                                        </p:tgtEl>
                                      </p:cBhvr>
                                    </p:animEffect>
                                  </p:childTnLst>
                                </p:cTn>
                              </p:par>
                              <p:par>
                                <p:cTn id="45" presetID="14" presetClass="entr" presetSubtype="1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randombar(horizontal)">
                                      <p:cBhvr>
                                        <p:cTn id="47" dur="3250"/>
                                        <p:tgtEl>
                                          <p:spTgt spid="15"/>
                                        </p:tgtEl>
                                      </p:cBhvr>
                                    </p:animEffect>
                                  </p:childTnLst>
                                </p:cTn>
                              </p:par>
                              <p:par>
                                <p:cTn id="48" presetID="14" presetClass="entr" presetSubtype="1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randombar(horizontal)">
                                      <p:cBhvr>
                                        <p:cTn id="50" dur="3250"/>
                                        <p:tgtEl>
                                          <p:spTgt spid="16"/>
                                        </p:tgtEl>
                                      </p:cBhvr>
                                    </p:animEffect>
                                  </p:childTnLst>
                                </p:cTn>
                              </p:par>
                            </p:childTnLst>
                          </p:cTn>
                        </p:par>
                        <p:par>
                          <p:cTn id="51" fill="hold">
                            <p:stCondLst>
                              <p:cond delay="5500"/>
                            </p:stCondLst>
                            <p:childTnLst>
                              <p:par>
                                <p:cTn id="52" presetID="14" presetClass="entr" presetSubtype="10" fill="hold" nodeType="after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randombar(horizontal)">
                                      <p:cBhvr>
                                        <p:cTn id="54" dur="2250"/>
                                        <p:tgtEl>
                                          <p:spTgt spid="17"/>
                                        </p:tgtEl>
                                      </p:cBhvr>
                                    </p:animEffect>
                                  </p:childTnLst>
                                </p:cTn>
                              </p:par>
                            </p:childTnLst>
                          </p:cTn>
                        </p:par>
                        <p:par>
                          <p:cTn id="55" fill="hold">
                            <p:stCondLst>
                              <p:cond delay="7750"/>
                            </p:stCondLst>
                            <p:childTnLst>
                              <p:par>
                                <p:cTn id="56" presetID="14" presetClass="entr" presetSubtype="1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randombar(horizontal)">
                                      <p:cBhvr>
                                        <p:cTn id="58" dur="2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27"/>
          <p:cNvSpPr/>
          <p:nvPr/>
        </p:nvSpPr>
        <p:spPr>
          <a:xfrm>
            <a:off x="450502" y="1551051"/>
            <a:ext cx="6712298" cy="1732788"/>
          </a:xfrm>
          <a:prstGeom prst="roundRect">
            <a:avLst>
              <a:gd name="adj" fmla="val 15385"/>
            </a:avLst>
          </a:prstGeom>
          <a:solidFill>
            <a:srgbClr val="262B30"/>
          </a:solidFill>
          <a:ln w="12700">
            <a:solidFill>
              <a:srgbClr val="3A3F44"/>
            </a:solidFill>
            <a:prstDash val="solid"/>
          </a:ln>
        </p:spPr>
      </p:sp>
      <p:sp>
        <p:nvSpPr>
          <p:cNvPr id="2" name="Shape 0"/>
          <p:cNvSpPr/>
          <p:nvPr/>
        </p:nvSpPr>
        <p:spPr>
          <a:xfrm>
            <a:off x="548640" y="4480560"/>
            <a:ext cx="45720" cy="45720"/>
          </a:xfrm>
          <a:prstGeom prst="ellipse">
            <a:avLst/>
          </a:prstGeom>
          <a:solidFill>
            <a:srgbClr val="3A3F44"/>
          </a:solidFill>
          <a:ln/>
        </p:spPr>
      </p:sp>
      <p:sp>
        <p:nvSpPr>
          <p:cNvPr id="3" name="Shape 1"/>
          <p:cNvSpPr/>
          <p:nvPr/>
        </p:nvSpPr>
        <p:spPr>
          <a:xfrm>
            <a:off x="548640" y="4983480"/>
            <a:ext cx="45720" cy="45720"/>
          </a:xfrm>
          <a:prstGeom prst="ellipse">
            <a:avLst/>
          </a:prstGeom>
          <a:solidFill>
            <a:srgbClr val="3A3F44"/>
          </a:solidFill>
          <a:ln/>
        </p:spPr>
      </p:sp>
      <p:sp>
        <p:nvSpPr>
          <p:cNvPr id="4" name="Shape 2"/>
          <p:cNvSpPr/>
          <p:nvPr/>
        </p:nvSpPr>
        <p:spPr>
          <a:xfrm>
            <a:off x="548640" y="5486400"/>
            <a:ext cx="45720" cy="45720"/>
          </a:xfrm>
          <a:prstGeom prst="ellipse">
            <a:avLst/>
          </a:prstGeom>
          <a:solidFill>
            <a:srgbClr val="3A3F44"/>
          </a:solidFill>
          <a:ln/>
        </p:spPr>
      </p:sp>
      <p:sp>
        <p:nvSpPr>
          <p:cNvPr id="5" name="Shape 3"/>
          <p:cNvSpPr/>
          <p:nvPr/>
        </p:nvSpPr>
        <p:spPr>
          <a:xfrm>
            <a:off x="548640" y="5989320"/>
            <a:ext cx="45720" cy="45720"/>
          </a:xfrm>
          <a:prstGeom prst="ellipse">
            <a:avLst/>
          </a:prstGeom>
          <a:solidFill>
            <a:srgbClr val="3A3F44"/>
          </a:solidFill>
          <a:ln/>
        </p:spPr>
      </p:sp>
      <p:sp>
        <p:nvSpPr>
          <p:cNvPr id="6" name="Shape 4"/>
          <p:cNvSpPr/>
          <p:nvPr/>
        </p:nvSpPr>
        <p:spPr>
          <a:xfrm rot="4397509">
            <a:off x="1051560" y="4480560"/>
            <a:ext cx="45720" cy="45720"/>
          </a:xfrm>
          <a:prstGeom prst="ellipse">
            <a:avLst/>
          </a:prstGeom>
          <a:solidFill>
            <a:srgbClr val="3A3F44"/>
          </a:solidFill>
          <a:ln/>
        </p:spPr>
      </p:sp>
      <p:sp>
        <p:nvSpPr>
          <p:cNvPr id="7" name="Shape 5"/>
          <p:cNvSpPr/>
          <p:nvPr/>
        </p:nvSpPr>
        <p:spPr>
          <a:xfrm>
            <a:off x="1051560" y="4983480"/>
            <a:ext cx="45720" cy="45720"/>
          </a:xfrm>
          <a:prstGeom prst="ellipse">
            <a:avLst/>
          </a:prstGeom>
          <a:solidFill>
            <a:srgbClr val="3A3F44"/>
          </a:solidFill>
          <a:ln/>
        </p:spPr>
      </p:sp>
      <p:sp>
        <p:nvSpPr>
          <p:cNvPr id="8" name="Shape 6"/>
          <p:cNvSpPr/>
          <p:nvPr/>
        </p:nvSpPr>
        <p:spPr>
          <a:xfrm>
            <a:off x="1051560" y="5486400"/>
            <a:ext cx="45720" cy="45720"/>
          </a:xfrm>
          <a:prstGeom prst="ellipse">
            <a:avLst/>
          </a:prstGeom>
          <a:solidFill>
            <a:srgbClr val="3A3F44"/>
          </a:solidFill>
          <a:ln/>
        </p:spPr>
      </p:sp>
      <p:sp>
        <p:nvSpPr>
          <p:cNvPr id="9" name="Shape 7"/>
          <p:cNvSpPr/>
          <p:nvPr/>
        </p:nvSpPr>
        <p:spPr>
          <a:xfrm>
            <a:off x="1051560" y="5989320"/>
            <a:ext cx="45720" cy="45720"/>
          </a:xfrm>
          <a:prstGeom prst="ellipse">
            <a:avLst/>
          </a:prstGeom>
          <a:solidFill>
            <a:srgbClr val="3A3F44"/>
          </a:solidFill>
          <a:ln/>
        </p:spPr>
      </p:sp>
      <p:sp>
        <p:nvSpPr>
          <p:cNvPr id="10" name="Shape 8"/>
          <p:cNvSpPr/>
          <p:nvPr/>
        </p:nvSpPr>
        <p:spPr>
          <a:xfrm rot="4397509">
            <a:off x="1554480" y="4480560"/>
            <a:ext cx="45720" cy="45720"/>
          </a:xfrm>
          <a:prstGeom prst="ellipse">
            <a:avLst/>
          </a:prstGeom>
          <a:solidFill>
            <a:srgbClr val="3A3F44"/>
          </a:solidFill>
          <a:ln/>
        </p:spPr>
      </p:sp>
      <p:sp>
        <p:nvSpPr>
          <p:cNvPr id="11" name="Shape 9"/>
          <p:cNvSpPr/>
          <p:nvPr/>
        </p:nvSpPr>
        <p:spPr>
          <a:xfrm>
            <a:off x="1554480" y="4983480"/>
            <a:ext cx="45720" cy="45720"/>
          </a:xfrm>
          <a:prstGeom prst="ellipse">
            <a:avLst/>
          </a:prstGeom>
          <a:solidFill>
            <a:srgbClr val="3A3F44"/>
          </a:solidFill>
          <a:ln/>
        </p:spPr>
      </p:sp>
      <p:sp>
        <p:nvSpPr>
          <p:cNvPr id="12" name="Shape 10"/>
          <p:cNvSpPr/>
          <p:nvPr/>
        </p:nvSpPr>
        <p:spPr>
          <a:xfrm>
            <a:off x="1554480" y="5486400"/>
            <a:ext cx="45720" cy="45720"/>
          </a:xfrm>
          <a:prstGeom prst="ellipse">
            <a:avLst/>
          </a:prstGeom>
          <a:solidFill>
            <a:srgbClr val="3A3F44"/>
          </a:solidFill>
          <a:ln/>
        </p:spPr>
      </p:sp>
      <p:sp>
        <p:nvSpPr>
          <p:cNvPr id="13" name="Shape 11"/>
          <p:cNvSpPr/>
          <p:nvPr/>
        </p:nvSpPr>
        <p:spPr>
          <a:xfrm>
            <a:off x="1554480" y="5989320"/>
            <a:ext cx="45720" cy="45720"/>
          </a:xfrm>
          <a:prstGeom prst="ellipse">
            <a:avLst/>
          </a:prstGeom>
          <a:solidFill>
            <a:srgbClr val="3A3F44"/>
          </a:solidFill>
          <a:ln/>
        </p:spPr>
      </p:sp>
      <p:sp>
        <p:nvSpPr>
          <p:cNvPr id="14" name="Shape 12"/>
          <p:cNvSpPr/>
          <p:nvPr/>
        </p:nvSpPr>
        <p:spPr>
          <a:xfrm>
            <a:off x="2057400" y="4480560"/>
            <a:ext cx="45720" cy="45720"/>
          </a:xfrm>
          <a:prstGeom prst="ellipse">
            <a:avLst/>
          </a:prstGeom>
          <a:solidFill>
            <a:srgbClr val="3A3F44"/>
          </a:solidFill>
          <a:ln/>
        </p:spPr>
      </p:sp>
      <p:sp>
        <p:nvSpPr>
          <p:cNvPr id="15" name="Shape 13"/>
          <p:cNvSpPr/>
          <p:nvPr/>
        </p:nvSpPr>
        <p:spPr>
          <a:xfrm>
            <a:off x="2057400" y="4983480"/>
            <a:ext cx="45720" cy="45720"/>
          </a:xfrm>
          <a:prstGeom prst="ellipse">
            <a:avLst/>
          </a:prstGeom>
          <a:solidFill>
            <a:srgbClr val="3A3F44"/>
          </a:solidFill>
          <a:ln/>
        </p:spPr>
      </p:sp>
      <p:sp>
        <p:nvSpPr>
          <p:cNvPr id="16" name="Shape 14"/>
          <p:cNvSpPr/>
          <p:nvPr/>
        </p:nvSpPr>
        <p:spPr>
          <a:xfrm>
            <a:off x="2057400" y="5486400"/>
            <a:ext cx="45720" cy="45720"/>
          </a:xfrm>
          <a:prstGeom prst="ellipse">
            <a:avLst/>
          </a:prstGeom>
          <a:solidFill>
            <a:srgbClr val="3A3F44"/>
          </a:solidFill>
          <a:ln/>
        </p:spPr>
      </p:sp>
      <p:sp>
        <p:nvSpPr>
          <p:cNvPr id="17" name="Shape 15"/>
          <p:cNvSpPr/>
          <p:nvPr/>
        </p:nvSpPr>
        <p:spPr>
          <a:xfrm>
            <a:off x="2057400" y="5989320"/>
            <a:ext cx="45720" cy="45720"/>
          </a:xfrm>
          <a:prstGeom prst="ellipse">
            <a:avLst/>
          </a:prstGeom>
          <a:solidFill>
            <a:srgbClr val="3A3F44"/>
          </a:solidFill>
          <a:ln/>
        </p:spPr>
      </p:sp>
      <p:sp>
        <p:nvSpPr>
          <p:cNvPr id="18" name="Shape 16"/>
          <p:cNvSpPr/>
          <p:nvPr/>
        </p:nvSpPr>
        <p:spPr>
          <a:xfrm>
            <a:off x="2560320" y="4480560"/>
            <a:ext cx="45720" cy="45720"/>
          </a:xfrm>
          <a:prstGeom prst="ellipse">
            <a:avLst/>
          </a:prstGeom>
          <a:solidFill>
            <a:srgbClr val="3A3F44"/>
          </a:solidFill>
          <a:ln/>
        </p:spPr>
      </p:sp>
      <p:sp>
        <p:nvSpPr>
          <p:cNvPr id="19" name="Shape 17"/>
          <p:cNvSpPr/>
          <p:nvPr/>
        </p:nvSpPr>
        <p:spPr>
          <a:xfrm>
            <a:off x="2560320" y="4983480"/>
            <a:ext cx="45720" cy="45720"/>
          </a:xfrm>
          <a:prstGeom prst="ellipse">
            <a:avLst/>
          </a:prstGeom>
          <a:solidFill>
            <a:srgbClr val="3A3F44"/>
          </a:solidFill>
          <a:ln/>
        </p:spPr>
      </p:sp>
      <p:sp>
        <p:nvSpPr>
          <p:cNvPr id="20" name="Shape 18"/>
          <p:cNvSpPr/>
          <p:nvPr/>
        </p:nvSpPr>
        <p:spPr>
          <a:xfrm>
            <a:off x="2560320" y="5486400"/>
            <a:ext cx="45720" cy="45720"/>
          </a:xfrm>
          <a:prstGeom prst="ellipse">
            <a:avLst/>
          </a:prstGeom>
          <a:solidFill>
            <a:srgbClr val="3A3F44"/>
          </a:solidFill>
          <a:ln/>
        </p:spPr>
      </p:sp>
      <p:sp>
        <p:nvSpPr>
          <p:cNvPr id="21" name="Shape 19"/>
          <p:cNvSpPr/>
          <p:nvPr/>
        </p:nvSpPr>
        <p:spPr>
          <a:xfrm>
            <a:off x="2560320" y="5989320"/>
            <a:ext cx="45720" cy="45720"/>
          </a:xfrm>
          <a:prstGeom prst="ellipse">
            <a:avLst/>
          </a:prstGeom>
          <a:solidFill>
            <a:srgbClr val="3A3F44"/>
          </a:solidFill>
          <a:ln/>
        </p:spPr>
      </p:sp>
      <p:sp>
        <p:nvSpPr>
          <p:cNvPr id="22" name="Shape 20"/>
          <p:cNvSpPr/>
          <p:nvPr/>
        </p:nvSpPr>
        <p:spPr>
          <a:xfrm>
            <a:off x="3063240" y="4480560"/>
            <a:ext cx="45720" cy="45720"/>
          </a:xfrm>
          <a:prstGeom prst="ellipse">
            <a:avLst/>
          </a:prstGeom>
          <a:solidFill>
            <a:srgbClr val="3A3F44"/>
          </a:solidFill>
          <a:ln/>
        </p:spPr>
      </p:sp>
      <p:sp>
        <p:nvSpPr>
          <p:cNvPr id="23" name="Shape 21"/>
          <p:cNvSpPr/>
          <p:nvPr/>
        </p:nvSpPr>
        <p:spPr>
          <a:xfrm>
            <a:off x="3063240" y="4983480"/>
            <a:ext cx="45720" cy="45720"/>
          </a:xfrm>
          <a:prstGeom prst="ellipse">
            <a:avLst/>
          </a:prstGeom>
          <a:solidFill>
            <a:srgbClr val="3A3F44"/>
          </a:solidFill>
          <a:ln/>
        </p:spPr>
      </p:sp>
      <p:sp>
        <p:nvSpPr>
          <p:cNvPr id="24" name="Shape 22"/>
          <p:cNvSpPr/>
          <p:nvPr/>
        </p:nvSpPr>
        <p:spPr>
          <a:xfrm>
            <a:off x="3063240" y="5486400"/>
            <a:ext cx="45720" cy="45720"/>
          </a:xfrm>
          <a:prstGeom prst="ellipse">
            <a:avLst/>
          </a:prstGeom>
          <a:solidFill>
            <a:srgbClr val="3A3F44"/>
          </a:solidFill>
          <a:ln/>
        </p:spPr>
      </p:sp>
      <p:sp>
        <p:nvSpPr>
          <p:cNvPr id="25" name="Shape 23"/>
          <p:cNvSpPr/>
          <p:nvPr/>
        </p:nvSpPr>
        <p:spPr>
          <a:xfrm>
            <a:off x="3063240" y="5989320"/>
            <a:ext cx="45720" cy="45720"/>
          </a:xfrm>
          <a:prstGeom prst="ellipse">
            <a:avLst/>
          </a:prstGeom>
          <a:solidFill>
            <a:srgbClr val="3A3F44"/>
          </a:solidFill>
          <a:ln/>
        </p:spPr>
      </p:sp>
      <p:sp>
        <p:nvSpPr>
          <p:cNvPr id="26" name="Shape 24"/>
          <p:cNvSpPr/>
          <p:nvPr/>
        </p:nvSpPr>
        <p:spPr>
          <a:xfrm>
            <a:off x="1548872" y="3148965"/>
            <a:ext cx="4734098" cy="45719"/>
          </a:xfrm>
          <a:prstGeom prst="rect">
            <a:avLst/>
          </a:prstGeom>
          <a:solidFill>
            <a:srgbClr val="39D353"/>
          </a:solidFill>
          <a:ln/>
        </p:spPr>
      </p:sp>
      <p:sp>
        <p:nvSpPr>
          <p:cNvPr id="27" name="Text 25"/>
          <p:cNvSpPr/>
          <p:nvPr/>
        </p:nvSpPr>
        <p:spPr>
          <a:xfrm>
            <a:off x="1322983" y="1823085"/>
            <a:ext cx="10058400" cy="1188720"/>
          </a:xfrm>
          <a:prstGeom prst="rect">
            <a:avLst/>
          </a:prstGeom>
          <a:noFill/>
          <a:ln/>
        </p:spPr>
        <p:txBody>
          <a:bodyPr wrap="square" rtlCol="0" anchor="ctr"/>
          <a:lstStyle/>
          <a:p>
            <a:pPr marL="0" indent="0">
              <a:buNone/>
            </a:pPr>
            <a:r>
              <a:rPr lang="en-US" sz="6800" b="1" kern="0" spc="100" dirty="0">
                <a:solidFill>
                  <a:schemeClr val="accent4"/>
                </a:solidFill>
                <a:effectLst>
                  <a:outerShdw blurRad="38100" dist="38100" dir="2700000" algn="tl">
                    <a:srgbClr val="000000">
                      <a:alpha val="43137"/>
                    </a:srgbClr>
                  </a:outerShdw>
                </a:effectLst>
                <a:latin typeface="Cambria" pitchFamily="34" charset="0"/>
                <a:ea typeface="Cambria" pitchFamily="34" charset="-122"/>
                <a:cs typeface="Cambria" pitchFamily="34" charset="-120"/>
              </a:rPr>
              <a:t>THANK YOU</a:t>
            </a:r>
            <a:endParaRPr lang="en-US" sz="6800" dirty="0">
              <a:solidFill>
                <a:schemeClr val="accent4"/>
              </a:solidFill>
              <a:effectLst>
                <a:outerShdw blurRad="38100" dist="38100" dir="2700000" algn="tl">
                  <a:srgbClr val="000000">
                    <a:alpha val="43137"/>
                  </a:srgbClr>
                </a:outerShdw>
              </a:effectLst>
            </a:endParaRPr>
          </a:p>
        </p:txBody>
      </p:sp>
      <p:sp>
        <p:nvSpPr>
          <p:cNvPr id="28" name="Text 26"/>
          <p:cNvSpPr/>
          <p:nvPr/>
        </p:nvSpPr>
        <p:spPr>
          <a:xfrm>
            <a:off x="1946031" y="1283904"/>
            <a:ext cx="10058400" cy="822960"/>
          </a:xfrm>
          <a:prstGeom prst="rect">
            <a:avLst/>
          </a:prstGeom>
          <a:noFill/>
          <a:ln/>
        </p:spPr>
        <p:txBody>
          <a:bodyPr wrap="square" rtlCol="0" anchor="ctr"/>
          <a:lstStyle/>
          <a:p>
            <a:pPr marL="0" indent="0">
              <a:buNone/>
            </a:pPr>
            <a:r>
              <a:rPr lang="en-US" sz="4200" b="1" dirty="0">
                <a:solidFill>
                  <a:srgbClr val="E95420"/>
                </a:solidFill>
                <a:latin typeface="Cambria" pitchFamily="34" charset="0"/>
                <a:ea typeface="Cambria" pitchFamily="34" charset="-122"/>
              </a:rPr>
              <a:t>_-_-_-_-_-_-_-_-_-</a:t>
            </a:r>
            <a:endParaRPr lang="en-US" sz="4200" dirty="0"/>
          </a:p>
        </p:txBody>
      </p:sp>
      <p:sp>
        <p:nvSpPr>
          <p:cNvPr id="34" name="Text 32"/>
          <p:cNvSpPr/>
          <p:nvPr/>
        </p:nvSpPr>
        <p:spPr>
          <a:xfrm>
            <a:off x="822960" y="6355080"/>
            <a:ext cx="3231095" cy="320040"/>
          </a:xfrm>
          <a:prstGeom prst="rect">
            <a:avLst/>
          </a:prstGeom>
          <a:noFill/>
          <a:ln/>
        </p:spPr>
        <p:txBody>
          <a:bodyPr wrap="square" rtlCol="0" anchor="ctr"/>
          <a:lstStyle/>
          <a:p>
            <a:pPr marL="0" indent="0">
              <a:buNone/>
            </a:pPr>
            <a:r>
              <a:rPr lang="en-US" sz="1100" dirty="0">
                <a:solidFill>
                  <a:srgbClr val="6E7681"/>
                </a:solidFill>
                <a:latin typeface="Courier New" pitchFamily="34" charset="0"/>
                <a:ea typeface="Courier New" pitchFamily="34" charset="-122"/>
                <a:cs typeface="Courier New" pitchFamily="34" charset="-120"/>
              </a:rPr>
              <a:t>The Iran WAR·  Compulsory English·</a:t>
            </a:r>
            <a:endParaRPr lang="en-US" sz="1100" dirty="0"/>
          </a:p>
        </p:txBody>
      </p:sp>
      <p:sp>
        <p:nvSpPr>
          <p:cNvPr id="38" name="Shape 25">
            <a:extLst>
              <a:ext uri="{FF2B5EF4-FFF2-40B4-BE49-F238E27FC236}">
                <a16:creationId xmlns:a16="http://schemas.microsoft.com/office/drawing/2014/main" id="{4E8B75CA-6EFD-F474-9560-2FAE8F6FEF5B}"/>
              </a:ext>
            </a:extLst>
          </p:cNvPr>
          <p:cNvSpPr/>
          <p:nvPr/>
        </p:nvSpPr>
        <p:spPr>
          <a:xfrm>
            <a:off x="6355181" y="3603879"/>
            <a:ext cx="100584" cy="100584"/>
          </a:xfrm>
          <a:prstGeom prst="ellipse">
            <a:avLst/>
          </a:prstGeom>
          <a:solidFill>
            <a:srgbClr val="E9564F"/>
          </a:solidFill>
          <a:ln/>
        </p:spPr>
      </p:sp>
      <p:sp>
        <p:nvSpPr>
          <p:cNvPr id="39" name="Shape 26">
            <a:extLst>
              <a:ext uri="{FF2B5EF4-FFF2-40B4-BE49-F238E27FC236}">
                <a16:creationId xmlns:a16="http://schemas.microsoft.com/office/drawing/2014/main" id="{1DD54BB1-8BAC-544F-D2BE-9925B5D6B927}"/>
              </a:ext>
            </a:extLst>
          </p:cNvPr>
          <p:cNvSpPr/>
          <p:nvPr/>
        </p:nvSpPr>
        <p:spPr>
          <a:xfrm>
            <a:off x="6556349" y="3603879"/>
            <a:ext cx="100584" cy="100584"/>
          </a:xfrm>
          <a:prstGeom prst="ellipse">
            <a:avLst/>
          </a:prstGeom>
          <a:solidFill>
            <a:srgbClr val="E9C74F"/>
          </a:solidFill>
          <a:ln/>
        </p:spPr>
        <p:txBody>
          <a:bodyPr/>
          <a:lstStyle/>
          <a:p>
            <a:endParaRPr lang="en-US"/>
          </a:p>
        </p:txBody>
      </p:sp>
      <p:sp>
        <p:nvSpPr>
          <p:cNvPr id="40" name="Shape 27">
            <a:extLst>
              <a:ext uri="{FF2B5EF4-FFF2-40B4-BE49-F238E27FC236}">
                <a16:creationId xmlns:a16="http://schemas.microsoft.com/office/drawing/2014/main" id="{B873E185-09B8-4900-4C54-37028619DC29}"/>
              </a:ext>
            </a:extLst>
          </p:cNvPr>
          <p:cNvSpPr/>
          <p:nvPr/>
        </p:nvSpPr>
        <p:spPr>
          <a:xfrm>
            <a:off x="6757517" y="3603879"/>
            <a:ext cx="100584" cy="100584"/>
          </a:xfrm>
          <a:prstGeom prst="ellipse">
            <a:avLst/>
          </a:prstGeom>
          <a:solidFill>
            <a:srgbClr val="39D353"/>
          </a:solidFill>
          <a:ln/>
        </p:spPr>
      </p:sp>
      <p:pic>
        <p:nvPicPr>
          <p:cNvPr id="42" name="Picture 41">
            <a:extLst>
              <a:ext uri="{FF2B5EF4-FFF2-40B4-BE49-F238E27FC236}">
                <a16:creationId xmlns:a16="http://schemas.microsoft.com/office/drawing/2014/main" id="{9FBC8DB8-4217-33A1-362D-43662B28D49D}"/>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8596" b="99427" l="9615" r="89510">
                        <a14:foregroundMark x1="48951" y1="9456" x2="48776" y2="8596"/>
                        <a14:foregroundMark x1="39336" y1="96275" x2="54720" y2="96275"/>
                        <a14:foregroundMark x1="54720" y1="96275" x2="38287" y2="90831"/>
                        <a14:foregroundMark x1="33217" y1="95129" x2="33217" y2="99427"/>
                        <a14:foregroundMark x1="29021" y1="49857" x2="26748" y2="45272"/>
                        <a14:foregroundMark x1="28671" y1="51862" x2="28322" y2="50716"/>
                        <a14:foregroundMark x1="48951" y1="41547" x2="51399" y2="33811"/>
                        <a14:foregroundMark x1="50350" y1="32378" x2="52098" y2="35244"/>
                      </a14:backgroundRemoval>
                    </a14:imgEffect>
                  </a14:imgLayer>
                </a14:imgProps>
              </a:ext>
            </a:extLst>
          </a:blip>
          <a:stretch>
            <a:fillRect/>
          </a:stretch>
        </p:blipFill>
        <p:spPr>
          <a:xfrm>
            <a:off x="5806592" y="2141113"/>
            <a:ext cx="7650176" cy="4667678"/>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50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randombar(horizontal)">
                                      <p:cBhvr>
                                        <p:cTn id="7" dur="3750"/>
                                        <p:tgtEl>
                                          <p:spTgt spid="27"/>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barn(inVertical)">
                                      <p:cBhvr>
                                        <p:cTn id="10" dur="3000"/>
                                        <p:tgtEl>
                                          <p:spTgt spid="28"/>
                                        </p:tgtEl>
                                      </p:cBhvr>
                                    </p:animEffect>
                                  </p:childTnLst>
                                </p:cTn>
                              </p:par>
                              <p:par>
                                <p:cTn id="11" presetID="42"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0"/>
                                        <p:tgtEl>
                                          <p:spTgt spid="26"/>
                                        </p:tgtEl>
                                      </p:cBhvr>
                                    </p:animEffect>
                                    <p:anim calcmode="lin" valueType="num">
                                      <p:cBhvr>
                                        <p:cTn id="14" dur="4000" fill="hold"/>
                                        <p:tgtEl>
                                          <p:spTgt spid="26"/>
                                        </p:tgtEl>
                                        <p:attrNameLst>
                                          <p:attrName>ppt_x</p:attrName>
                                        </p:attrNameLst>
                                      </p:cBhvr>
                                      <p:tavLst>
                                        <p:tav tm="0">
                                          <p:val>
                                            <p:strVal val="#ppt_x"/>
                                          </p:val>
                                        </p:tav>
                                        <p:tav tm="100000">
                                          <p:val>
                                            <p:strVal val="#ppt_x"/>
                                          </p:val>
                                        </p:tav>
                                      </p:tavLst>
                                    </p:anim>
                                    <p:anim calcmode="lin" valueType="num">
                                      <p:cBhvr>
                                        <p:cTn id="15" dur="4000" fill="hold"/>
                                        <p:tgtEl>
                                          <p:spTgt spid="26"/>
                                        </p:tgtEl>
                                        <p:attrNameLst>
                                          <p:attrName>ppt_y</p:attrName>
                                        </p:attrNameLst>
                                      </p:cBhvr>
                                      <p:tavLst>
                                        <p:tav tm="0">
                                          <p:val>
                                            <p:strVal val="#ppt_y+.1"/>
                                          </p:val>
                                        </p:tav>
                                        <p:tav tm="100000">
                                          <p:val>
                                            <p:strVal val="#ppt_y"/>
                                          </p:val>
                                        </p:tav>
                                      </p:tavLst>
                                    </p:anim>
                                  </p:childTnLst>
                                </p:cTn>
                              </p:par>
                              <p:par>
                                <p:cTn id="16" presetID="22" presetClass="entr" presetSubtype="4" fill="hold" nodeType="withEffect">
                                  <p:stCondLst>
                                    <p:cond delay="0"/>
                                  </p:stCondLst>
                                  <p:childTnLst>
                                    <p:set>
                                      <p:cBhvr>
                                        <p:cTn id="17" dur="1" fill="hold">
                                          <p:stCondLst>
                                            <p:cond delay="0"/>
                                          </p:stCondLst>
                                        </p:cTn>
                                        <p:tgtEl>
                                          <p:spTgt spid="42"/>
                                        </p:tgtEl>
                                        <p:attrNameLst>
                                          <p:attrName>style.visibility</p:attrName>
                                        </p:attrNameLst>
                                      </p:cBhvr>
                                      <p:to>
                                        <p:strVal val="visible"/>
                                      </p:to>
                                    </p:set>
                                    <p:animEffect transition="in" filter="wipe(down)">
                                      <p:cBhvr>
                                        <p:cTn id="18" dur="4250"/>
                                        <p:tgtEl>
                                          <p:spTgt spid="42"/>
                                        </p:tgtEl>
                                      </p:cBhvr>
                                    </p:animEffect>
                                  </p:childTnLst>
                                </p:cTn>
                              </p:par>
                              <p:par>
                                <p:cTn id="19" presetID="45" presetClass="entr" presetSubtype="0" fill="hold" nodeType="with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fade">
                                      <p:cBhvr>
                                        <p:cTn id="21" dur="5000"/>
                                        <p:tgtEl>
                                          <p:spTgt spid="38"/>
                                        </p:tgtEl>
                                      </p:cBhvr>
                                    </p:animEffect>
                                    <p:anim calcmode="lin" valueType="num">
                                      <p:cBhvr>
                                        <p:cTn id="22" dur="5000" fill="hold"/>
                                        <p:tgtEl>
                                          <p:spTgt spid="38"/>
                                        </p:tgtEl>
                                        <p:attrNameLst>
                                          <p:attrName>ppt_w</p:attrName>
                                        </p:attrNameLst>
                                      </p:cBhvr>
                                      <p:tavLst>
                                        <p:tav tm="0" fmla="#ppt_w*sin(2.5*pi*$)">
                                          <p:val>
                                            <p:fltVal val="0"/>
                                          </p:val>
                                        </p:tav>
                                        <p:tav tm="100000">
                                          <p:val>
                                            <p:fltVal val="1"/>
                                          </p:val>
                                        </p:tav>
                                      </p:tavLst>
                                    </p:anim>
                                    <p:anim calcmode="lin" valueType="num">
                                      <p:cBhvr>
                                        <p:cTn id="23" dur="5000" fill="hold"/>
                                        <p:tgtEl>
                                          <p:spTgt spid="38"/>
                                        </p:tgtEl>
                                        <p:attrNameLst>
                                          <p:attrName>ppt_h</p:attrName>
                                        </p:attrNameLst>
                                      </p:cBhvr>
                                      <p:tavLst>
                                        <p:tav tm="0">
                                          <p:val>
                                            <p:strVal val="#ppt_h"/>
                                          </p:val>
                                        </p:tav>
                                        <p:tav tm="100000">
                                          <p:val>
                                            <p:strVal val="#ppt_h"/>
                                          </p:val>
                                        </p:tav>
                                      </p:tavLst>
                                    </p:anim>
                                  </p:childTnLst>
                                </p:cTn>
                              </p:par>
                              <p:par>
                                <p:cTn id="24" presetID="45"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5000"/>
                                        <p:tgtEl>
                                          <p:spTgt spid="39"/>
                                        </p:tgtEl>
                                      </p:cBhvr>
                                    </p:animEffect>
                                    <p:anim calcmode="lin" valueType="num">
                                      <p:cBhvr>
                                        <p:cTn id="27" dur="5000" fill="hold"/>
                                        <p:tgtEl>
                                          <p:spTgt spid="39"/>
                                        </p:tgtEl>
                                        <p:attrNameLst>
                                          <p:attrName>ppt_w</p:attrName>
                                        </p:attrNameLst>
                                      </p:cBhvr>
                                      <p:tavLst>
                                        <p:tav tm="0" fmla="#ppt_w*sin(2.5*pi*$)">
                                          <p:val>
                                            <p:fltVal val="0"/>
                                          </p:val>
                                        </p:tav>
                                        <p:tav tm="100000">
                                          <p:val>
                                            <p:fltVal val="1"/>
                                          </p:val>
                                        </p:tav>
                                      </p:tavLst>
                                    </p:anim>
                                    <p:anim calcmode="lin" valueType="num">
                                      <p:cBhvr>
                                        <p:cTn id="28" dur="5000" fill="hold"/>
                                        <p:tgtEl>
                                          <p:spTgt spid="39"/>
                                        </p:tgtEl>
                                        <p:attrNameLst>
                                          <p:attrName>ppt_h</p:attrName>
                                        </p:attrNameLst>
                                      </p:cBhvr>
                                      <p:tavLst>
                                        <p:tav tm="0">
                                          <p:val>
                                            <p:strVal val="#ppt_h"/>
                                          </p:val>
                                        </p:tav>
                                        <p:tav tm="100000">
                                          <p:val>
                                            <p:strVal val="#ppt_h"/>
                                          </p:val>
                                        </p:tav>
                                      </p:tavLst>
                                    </p:anim>
                                  </p:childTnLst>
                                </p:cTn>
                              </p:par>
                              <p:par>
                                <p:cTn id="29" presetID="45"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0"/>
                                        <p:tgtEl>
                                          <p:spTgt spid="40"/>
                                        </p:tgtEl>
                                      </p:cBhvr>
                                    </p:animEffect>
                                    <p:anim calcmode="lin" valueType="num">
                                      <p:cBhvr>
                                        <p:cTn id="32" dur="5000" fill="hold"/>
                                        <p:tgtEl>
                                          <p:spTgt spid="40"/>
                                        </p:tgtEl>
                                        <p:attrNameLst>
                                          <p:attrName>ppt_w</p:attrName>
                                        </p:attrNameLst>
                                      </p:cBhvr>
                                      <p:tavLst>
                                        <p:tav tm="0" fmla="#ppt_w*sin(2.5*pi*$)">
                                          <p:val>
                                            <p:fltVal val="0"/>
                                          </p:val>
                                        </p:tav>
                                        <p:tav tm="100000">
                                          <p:val>
                                            <p:fltVal val="1"/>
                                          </p:val>
                                        </p:tav>
                                      </p:tavLst>
                                    </p:anim>
                                    <p:anim calcmode="lin" valueType="num">
                                      <p:cBhvr>
                                        <p:cTn id="33" dur="5000" fill="hold"/>
                                        <p:tgtEl>
                                          <p:spTgt spid="40"/>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39" grpId="0" animBg="1"/>
    </p:bldLst>
  </p:timing>
</p:sld>
</file>

<file path=ppt/theme/_rels/theme2.xml.rels><?xml version="1.0" encoding="UTF-8" standalone="yes"?>
<Relationships xmlns="http://schemas.openxmlformats.org/package/2006/relationships"><Relationship Id="rId1" Type="http://schemas.openxmlformats.org/officeDocument/2006/relationships/image" Target="../media/image3.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Ion">
  <a:themeElements>
    <a:clrScheme name="Custom 2">
      <a:dk1>
        <a:sysClr val="windowText" lastClr="000000"/>
      </a:dk1>
      <a:lt1>
        <a:sysClr val="window" lastClr="FFFFFF"/>
      </a:lt1>
      <a:dk2>
        <a:srgbClr val="000000"/>
      </a:dk2>
      <a:lt2>
        <a:srgbClr val="EBEBEB"/>
      </a:lt2>
      <a:accent1>
        <a:srgbClr val="000000"/>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542</TotalTime>
  <Words>1163</Words>
  <Application>Microsoft Office PowerPoint</Application>
  <PresentationFormat>Widescreen</PresentationFormat>
  <Paragraphs>140</Paragraphs>
  <Slides>10</Slides>
  <Notes>8</Notes>
  <HiddenSlides>0</HiddenSlides>
  <MMClips>0</MMClips>
  <ScaleCrop>false</ScaleCrop>
  <HeadingPairs>
    <vt:vector size="6" baseType="variant">
      <vt:variant>
        <vt:lpstr>Fonts Used</vt:lpstr>
      </vt:variant>
      <vt:variant>
        <vt:i4>15</vt:i4>
      </vt:variant>
      <vt:variant>
        <vt:lpstr>Theme</vt:lpstr>
      </vt:variant>
      <vt:variant>
        <vt:i4>2</vt:i4>
      </vt:variant>
      <vt:variant>
        <vt:lpstr>Slide Titles</vt:lpstr>
      </vt:variant>
      <vt:variant>
        <vt:i4>10</vt:i4>
      </vt:variant>
    </vt:vector>
  </HeadingPairs>
  <TitlesOfParts>
    <vt:vector size="27" baseType="lpstr">
      <vt:lpstr>Algerian</vt:lpstr>
      <vt:lpstr>Aptos</vt:lpstr>
      <vt:lpstr>Aptos Display</vt:lpstr>
      <vt:lpstr>Arial</vt:lpstr>
      <vt:lpstr>Calibri</vt:lpstr>
      <vt:lpstr>Cambria</vt:lpstr>
      <vt:lpstr>Century Gothic</vt:lpstr>
      <vt:lpstr>Courier New</vt:lpstr>
      <vt:lpstr>Google Sans</vt:lpstr>
      <vt:lpstr>Inter</vt:lpstr>
      <vt:lpstr>Roboto</vt:lpstr>
      <vt:lpstr>Roboto Bold</vt:lpstr>
      <vt:lpstr>Saira Medium</vt:lpstr>
      <vt:lpstr>Space Grotesk</vt:lpstr>
      <vt:lpstr>Wingdings 3</vt:lpstr>
      <vt:lpstr>Office Theme</vt:lpstr>
      <vt:lpstr>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Himmu</dc:creator>
  <cp:lastModifiedBy>Mr. Himmu</cp:lastModifiedBy>
  <cp:revision>2</cp:revision>
  <dcterms:created xsi:type="dcterms:W3CDTF">2026-09-09T08:02:21Z</dcterms:created>
  <dcterms:modified xsi:type="dcterms:W3CDTF">2026-09-23T04:42:40Z</dcterms:modified>
</cp:coreProperties>
</file>