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</p:sldMasterIdLst>
  <p:notesMasterIdLst>
    <p:notesMasterId r:id="rId13"/>
  </p:notesMasterIdLst>
  <p:sldIdLst>
    <p:sldId id="260" r:id="rId3"/>
    <p:sldId id="258" r:id="rId4"/>
    <p:sldId id="264" r:id="rId5"/>
    <p:sldId id="256" r:id="rId6"/>
    <p:sldId id="257" r:id="rId7"/>
    <p:sldId id="265" r:id="rId8"/>
    <p:sldId id="259" r:id="rId9"/>
    <p:sldId id="266" r:id="rId10"/>
    <p:sldId id="267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  <a:srgbClr val="CC3300"/>
    <a:srgbClr val="FFCC66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r. Himmu" userId="b09b5b51d18eb658" providerId="LiveId" clId="{12635415-A27E-40A9-8B48-82A8CAB0BCFB}"/>
    <pc:docChg chg="undo custSel addSld delSld modSld sldOrd delMainMaster modMainMaster">
      <pc:chgData name="Mr. Himmu" userId="b09b5b51d18eb658" providerId="LiveId" clId="{12635415-A27E-40A9-8B48-82A8CAB0BCFB}" dt="2026-09-22T10:32:16.381" v="5085"/>
      <pc:docMkLst>
        <pc:docMk/>
      </pc:docMkLst>
      <pc:sldChg chg="addSp delSp modSp mod ord modTransition modAnim">
        <pc:chgData name="Mr. Himmu" userId="b09b5b51d18eb658" providerId="LiveId" clId="{12635415-A27E-40A9-8B48-82A8CAB0BCFB}" dt="2026-09-22T10:13:40.963" v="4871"/>
        <pc:sldMkLst>
          <pc:docMk/>
          <pc:sldMk cId="3606053026" sldId="256"/>
        </pc:sldMkLst>
        <pc:spChg chg="mod">
          <ac:chgData name="Mr. Himmu" userId="b09b5b51d18eb658" providerId="LiveId" clId="{12635415-A27E-40A9-8B48-82A8CAB0BCFB}" dt="2026-09-22T09:53:20.738" v="4591"/>
          <ac:spMkLst>
            <pc:docMk/>
            <pc:sldMk cId="3606053026" sldId="256"/>
            <ac:spMk id="2" creationId="{53876261-E327-347E-61A8-D266017C6A62}"/>
          </ac:spMkLst>
        </pc:spChg>
        <pc:spChg chg="mod">
          <ac:chgData name="Mr. Himmu" userId="b09b5b51d18eb658" providerId="LiveId" clId="{12635415-A27E-40A9-8B48-82A8CAB0BCFB}" dt="2026-09-22T08:18:45.926" v="3211" actId="1076"/>
          <ac:spMkLst>
            <pc:docMk/>
            <pc:sldMk cId="3606053026" sldId="256"/>
            <ac:spMk id="3" creationId="{CCD4BDB7-C1A7-CD56-E2AF-11136A60929C}"/>
          </ac:spMkLst>
        </pc:spChg>
        <pc:spChg chg="add mod">
          <ac:chgData name="Mr. Himmu" userId="b09b5b51d18eb658" providerId="LiveId" clId="{12635415-A27E-40A9-8B48-82A8CAB0BCFB}" dt="2026-09-22T10:02:53.336" v="4688" actId="20577"/>
          <ac:spMkLst>
            <pc:docMk/>
            <pc:sldMk cId="3606053026" sldId="256"/>
            <ac:spMk id="4" creationId="{E4D8F201-D22E-7289-6A12-B59DF4006868}"/>
          </ac:spMkLst>
        </pc:spChg>
        <pc:spChg chg="add mod">
          <ac:chgData name="Mr. Himmu" userId="b09b5b51d18eb658" providerId="LiveId" clId="{12635415-A27E-40A9-8B48-82A8CAB0BCFB}" dt="2026-09-22T08:20:44.732" v="3218" actId="207"/>
          <ac:spMkLst>
            <pc:docMk/>
            <pc:sldMk cId="3606053026" sldId="256"/>
            <ac:spMk id="7" creationId="{00000000-0000-0000-0000-000000000000}"/>
          </ac:spMkLst>
        </pc:spChg>
        <pc:spChg chg="add mod">
          <ac:chgData name="Mr. Himmu" userId="b09b5b51d18eb658" providerId="LiveId" clId="{12635415-A27E-40A9-8B48-82A8CAB0BCFB}" dt="2026-09-22T08:21:20.332" v="3220" actId="207"/>
          <ac:spMkLst>
            <pc:docMk/>
            <pc:sldMk cId="3606053026" sldId="256"/>
            <ac:spMk id="8" creationId="{00000000-0000-0000-0000-000000000000}"/>
          </ac:spMkLst>
        </pc:spChg>
        <pc:spChg chg="add mod">
          <ac:chgData name="Mr. Himmu" userId="b09b5b51d18eb658" providerId="LiveId" clId="{12635415-A27E-40A9-8B48-82A8CAB0BCFB}" dt="2026-09-22T08:22:30" v="3222" actId="207"/>
          <ac:spMkLst>
            <pc:docMk/>
            <pc:sldMk cId="3606053026" sldId="256"/>
            <ac:spMk id="9" creationId="{00000000-0000-0000-0000-000000000000}"/>
          </ac:spMkLst>
        </pc:spChg>
        <pc:spChg chg="add mod">
          <ac:chgData name="Mr. Himmu" userId="b09b5b51d18eb658" providerId="LiveId" clId="{12635415-A27E-40A9-8B48-82A8CAB0BCFB}" dt="2026-09-22T08:24:37.213" v="3270" actId="207"/>
          <ac:spMkLst>
            <pc:docMk/>
            <pc:sldMk cId="3606053026" sldId="256"/>
            <ac:spMk id="10" creationId="{00000000-0000-0000-0000-000000000000}"/>
          </ac:spMkLst>
        </pc:spChg>
        <pc:spChg chg="add mod">
          <ac:chgData name="Mr. Himmu" userId="b09b5b51d18eb658" providerId="LiveId" clId="{12635415-A27E-40A9-8B48-82A8CAB0BCFB}" dt="2026-09-22T08:18:06.302" v="3208"/>
          <ac:spMkLst>
            <pc:docMk/>
            <pc:sldMk cId="3606053026" sldId="256"/>
            <ac:spMk id="11" creationId="{00000000-0000-0000-0000-000000000000}"/>
          </ac:spMkLst>
        </pc:spChg>
        <pc:spChg chg="add del mod">
          <ac:chgData name="Mr. Himmu" userId="b09b5b51d18eb658" providerId="LiveId" clId="{12635415-A27E-40A9-8B48-82A8CAB0BCFB}" dt="2026-09-22T10:02:50.170" v="4686" actId="21"/>
          <ac:spMkLst>
            <pc:docMk/>
            <pc:sldMk cId="3606053026" sldId="256"/>
            <ac:spMk id="12" creationId="{00000000-0000-0000-0000-000000000000}"/>
          </ac:spMkLst>
        </pc:spChg>
        <pc:spChg chg="add mod">
          <ac:chgData name="Mr. Himmu" userId="b09b5b51d18eb658" providerId="LiveId" clId="{12635415-A27E-40A9-8B48-82A8CAB0BCFB}" dt="2026-09-22T08:18:45.926" v="3211" actId="1076"/>
          <ac:spMkLst>
            <pc:docMk/>
            <pc:sldMk cId="3606053026" sldId="256"/>
            <ac:spMk id="13" creationId="{00000000-0000-0000-0000-000000000000}"/>
          </ac:spMkLst>
        </pc:spChg>
        <pc:spChg chg="add mod">
          <ac:chgData name="Mr. Himmu" userId="b09b5b51d18eb658" providerId="LiveId" clId="{12635415-A27E-40A9-8B48-82A8CAB0BCFB}" dt="2026-09-22T08:23:26.597" v="3227" actId="207"/>
          <ac:spMkLst>
            <pc:docMk/>
            <pc:sldMk cId="3606053026" sldId="256"/>
            <ac:spMk id="14" creationId="{00000000-0000-0000-0000-000000000000}"/>
          </ac:spMkLst>
        </pc:spChg>
        <pc:spChg chg="add mod">
          <ac:chgData name="Mr. Himmu" userId="b09b5b51d18eb658" providerId="LiveId" clId="{12635415-A27E-40A9-8B48-82A8CAB0BCFB}" dt="2026-09-22T08:18:45.926" v="3211" actId="1076"/>
          <ac:spMkLst>
            <pc:docMk/>
            <pc:sldMk cId="3606053026" sldId="256"/>
            <ac:spMk id="15" creationId="{00000000-0000-0000-0000-000000000000}"/>
          </ac:spMkLst>
        </pc:spChg>
        <pc:spChg chg="add mod">
          <ac:chgData name="Mr. Himmu" userId="b09b5b51d18eb658" providerId="LiveId" clId="{12635415-A27E-40A9-8B48-82A8CAB0BCFB}" dt="2026-09-22T08:45:44.516" v="3514" actId="20577"/>
          <ac:spMkLst>
            <pc:docMk/>
            <pc:sldMk cId="3606053026" sldId="256"/>
            <ac:spMk id="16" creationId="{00000000-0000-0000-0000-000000000000}"/>
          </ac:spMkLst>
        </pc:spChg>
        <pc:spChg chg="add mod">
          <ac:chgData name="Mr. Himmu" userId="b09b5b51d18eb658" providerId="LiveId" clId="{12635415-A27E-40A9-8B48-82A8CAB0BCFB}" dt="2026-09-22T08:18:45.926" v="3211" actId="1076"/>
          <ac:spMkLst>
            <pc:docMk/>
            <pc:sldMk cId="3606053026" sldId="256"/>
            <ac:spMk id="17" creationId="{00000000-0000-0000-0000-000000000000}"/>
          </ac:spMkLst>
        </pc:spChg>
        <pc:spChg chg="add mod">
          <ac:chgData name="Mr. Himmu" userId="b09b5b51d18eb658" providerId="LiveId" clId="{12635415-A27E-40A9-8B48-82A8CAB0BCFB}" dt="2026-09-22T08:22:39.862" v="3223" actId="207"/>
          <ac:spMkLst>
            <pc:docMk/>
            <pc:sldMk cId="3606053026" sldId="256"/>
            <ac:spMk id="18" creationId="{00000000-0000-0000-0000-000000000000}"/>
          </ac:spMkLst>
        </pc:spChg>
        <pc:picChg chg="mod">
          <ac:chgData name="Mr. Himmu" userId="b09b5b51d18eb658" providerId="LiveId" clId="{12635415-A27E-40A9-8B48-82A8CAB0BCFB}" dt="2026-09-22T09:10:31.748" v="3693" actId="14100"/>
          <ac:picMkLst>
            <pc:docMk/>
            <pc:sldMk cId="3606053026" sldId="256"/>
            <ac:picMk id="5" creationId="{678E4D21-D0AF-E2DD-51A8-FCC5A215EFE5}"/>
          </ac:picMkLst>
        </pc:picChg>
        <pc:picChg chg="add del mod">
          <ac:chgData name="Mr. Himmu" userId="b09b5b51d18eb658" providerId="LiveId" clId="{12635415-A27E-40A9-8B48-82A8CAB0BCFB}" dt="2026-09-22T08:18:13.091" v="3209" actId="21"/>
          <ac:picMkLst>
            <pc:docMk/>
            <pc:sldMk cId="3606053026" sldId="256"/>
            <ac:picMk id="6" creationId="{00000000-0000-0000-0000-000000000000}"/>
          </ac:picMkLst>
        </pc:picChg>
      </pc:sldChg>
      <pc:sldChg chg="addSp delSp modSp mod ord modTransition modAnim">
        <pc:chgData name="Mr. Himmu" userId="b09b5b51d18eb658" providerId="LiveId" clId="{12635415-A27E-40A9-8B48-82A8CAB0BCFB}" dt="2026-09-22T10:14:09.677" v="4885"/>
        <pc:sldMkLst>
          <pc:docMk/>
          <pc:sldMk cId="819341600" sldId="257"/>
        </pc:sldMkLst>
        <pc:spChg chg="mod">
          <ac:chgData name="Mr. Himmu" userId="b09b5b51d18eb658" providerId="LiveId" clId="{12635415-A27E-40A9-8B48-82A8CAB0BCFB}" dt="2026-09-22T08:56:34.827" v="3605" actId="1076"/>
          <ac:spMkLst>
            <pc:docMk/>
            <pc:sldMk cId="819341600" sldId="257"/>
            <ac:spMk id="2" creationId="{2DB06BE4-6FD8-34CD-FEBF-92C7A7BE503F}"/>
          </ac:spMkLst>
        </pc:spChg>
        <pc:spChg chg="mod">
          <ac:chgData name="Mr. Himmu" userId="b09b5b51d18eb658" providerId="LiveId" clId="{12635415-A27E-40A9-8B48-82A8CAB0BCFB}" dt="2026-09-22T09:04:33.016" v="3663"/>
          <ac:spMkLst>
            <pc:docMk/>
            <pc:sldMk cId="819341600" sldId="257"/>
            <ac:spMk id="3" creationId="{5F00DCBC-5BF0-BC9D-1674-64F2E53332EF}"/>
          </ac:spMkLst>
        </pc:spChg>
        <pc:spChg chg="add mod">
          <ac:chgData name="Mr. Himmu" userId="b09b5b51d18eb658" providerId="LiveId" clId="{12635415-A27E-40A9-8B48-82A8CAB0BCFB}" dt="2026-09-22T10:02:04.542" v="4675" actId="20577"/>
          <ac:spMkLst>
            <pc:docMk/>
            <pc:sldMk cId="819341600" sldId="257"/>
            <ac:spMk id="4" creationId="{1E855438-B00C-6D72-2F79-C0CE778339C0}"/>
          </ac:spMkLst>
        </pc:spChg>
        <pc:spChg chg="add mod">
          <ac:chgData name="Mr. Himmu" userId="b09b5b51d18eb658" providerId="LiveId" clId="{12635415-A27E-40A9-8B48-82A8CAB0BCFB}" dt="2026-09-22T08:50:53.448" v="3520"/>
          <ac:spMkLst>
            <pc:docMk/>
            <pc:sldMk cId="819341600" sldId="257"/>
            <ac:spMk id="5" creationId="{678C294F-75E0-3B70-5B65-7F58F46EDD90}"/>
          </ac:spMkLst>
        </pc:spChg>
        <pc:spChg chg="add mod">
          <ac:chgData name="Mr. Himmu" userId="b09b5b51d18eb658" providerId="LiveId" clId="{12635415-A27E-40A9-8B48-82A8CAB0BCFB}" dt="2026-09-22T08:50:53.448" v="3520"/>
          <ac:spMkLst>
            <pc:docMk/>
            <pc:sldMk cId="819341600" sldId="257"/>
            <ac:spMk id="6" creationId="{95785CEE-8A5F-3DCA-7E6B-988DC8B33B0D}"/>
          </ac:spMkLst>
        </pc:spChg>
        <pc:spChg chg="add mod">
          <ac:chgData name="Mr. Himmu" userId="b09b5b51d18eb658" providerId="LiveId" clId="{12635415-A27E-40A9-8B48-82A8CAB0BCFB}" dt="2026-09-22T08:50:53.448" v="3520"/>
          <ac:spMkLst>
            <pc:docMk/>
            <pc:sldMk cId="819341600" sldId="257"/>
            <ac:spMk id="7" creationId="{09E20780-1B16-01BD-B880-4AAF15BF2D01}"/>
          </ac:spMkLst>
        </pc:spChg>
        <pc:spChg chg="add mod">
          <ac:chgData name="Mr. Himmu" userId="b09b5b51d18eb658" providerId="LiveId" clId="{12635415-A27E-40A9-8B48-82A8CAB0BCFB}" dt="2026-09-22T08:50:53.448" v="3520"/>
          <ac:spMkLst>
            <pc:docMk/>
            <pc:sldMk cId="819341600" sldId="257"/>
            <ac:spMk id="10" creationId="{FC7949A7-CD3F-EE22-DD48-9F6FC05F3304}"/>
          </ac:spMkLst>
        </pc:spChg>
        <pc:spChg chg="add mod">
          <ac:chgData name="Mr. Himmu" userId="b09b5b51d18eb658" providerId="LiveId" clId="{12635415-A27E-40A9-8B48-82A8CAB0BCFB}" dt="2026-09-22T08:50:53.448" v="3520"/>
          <ac:spMkLst>
            <pc:docMk/>
            <pc:sldMk cId="819341600" sldId="257"/>
            <ac:spMk id="11" creationId="{98F78DA4-8547-D63F-8FAF-77D5B964FA1D}"/>
          </ac:spMkLst>
        </pc:spChg>
        <pc:spChg chg="add mod">
          <ac:chgData name="Mr. Himmu" userId="b09b5b51d18eb658" providerId="LiveId" clId="{12635415-A27E-40A9-8B48-82A8CAB0BCFB}" dt="2026-09-22T09:04:33.016" v="3663"/>
          <ac:spMkLst>
            <pc:docMk/>
            <pc:sldMk cId="819341600" sldId="257"/>
            <ac:spMk id="12" creationId="{EEBF8A2E-F859-BF88-7C8C-7198DA45F068}"/>
          </ac:spMkLst>
        </pc:spChg>
        <pc:spChg chg="add mod">
          <ac:chgData name="Mr. Himmu" userId="b09b5b51d18eb658" providerId="LiveId" clId="{12635415-A27E-40A9-8B48-82A8CAB0BCFB}" dt="2026-09-22T09:04:33.016" v="3663"/>
          <ac:spMkLst>
            <pc:docMk/>
            <pc:sldMk cId="819341600" sldId="257"/>
            <ac:spMk id="13" creationId="{521E6202-5B4D-B8DE-7A2E-C6CF1BD4FD99}"/>
          </ac:spMkLst>
        </pc:spChg>
        <pc:spChg chg="add mod">
          <ac:chgData name="Mr. Himmu" userId="b09b5b51d18eb658" providerId="LiveId" clId="{12635415-A27E-40A9-8B48-82A8CAB0BCFB}" dt="2026-09-22T08:58:32.700" v="3620" actId="20577"/>
          <ac:spMkLst>
            <pc:docMk/>
            <pc:sldMk cId="819341600" sldId="257"/>
            <ac:spMk id="14" creationId="{6AAFD25E-E521-9C0B-3AD4-5829D16C04EE}"/>
          </ac:spMkLst>
        </pc:spChg>
        <pc:spChg chg="add mod">
          <ac:chgData name="Mr. Himmu" userId="b09b5b51d18eb658" providerId="LiveId" clId="{12635415-A27E-40A9-8B48-82A8CAB0BCFB}" dt="2026-09-22T09:04:33.016" v="3663"/>
          <ac:spMkLst>
            <pc:docMk/>
            <pc:sldMk cId="819341600" sldId="257"/>
            <ac:spMk id="16" creationId="{B84D67B3-5677-CD05-7059-1FA6DC82191D}"/>
          </ac:spMkLst>
        </pc:spChg>
        <pc:spChg chg="add mod">
          <ac:chgData name="Mr. Himmu" userId="b09b5b51d18eb658" providerId="LiveId" clId="{12635415-A27E-40A9-8B48-82A8CAB0BCFB}" dt="2026-09-22T09:05:09.866" v="3666" actId="1076"/>
          <ac:spMkLst>
            <pc:docMk/>
            <pc:sldMk cId="819341600" sldId="257"/>
            <ac:spMk id="17" creationId="{27C72CD9-ED65-6854-98DE-005F53646D8B}"/>
          </ac:spMkLst>
        </pc:spChg>
        <pc:spChg chg="add del mod ord">
          <ac:chgData name="Mr. Himmu" userId="b09b5b51d18eb658" providerId="LiveId" clId="{12635415-A27E-40A9-8B48-82A8CAB0BCFB}" dt="2026-09-22T08:57:05.098" v="3609" actId="21"/>
          <ac:spMkLst>
            <pc:docMk/>
            <pc:sldMk cId="819341600" sldId="257"/>
            <ac:spMk id="18" creationId="{6282F350-F3EF-6C13-B395-FE4C1A6BE7F5}"/>
          </ac:spMkLst>
        </pc:spChg>
        <pc:spChg chg="add mod">
          <ac:chgData name="Mr. Himmu" userId="b09b5b51d18eb658" providerId="LiveId" clId="{12635415-A27E-40A9-8B48-82A8CAB0BCFB}" dt="2026-09-22T10:00:18.521" v="4648" actId="14100"/>
          <ac:spMkLst>
            <pc:docMk/>
            <pc:sldMk cId="819341600" sldId="257"/>
            <ac:spMk id="20" creationId="{D23362E2-BED2-A8B5-381A-E2C5D4B9A26B}"/>
          </ac:spMkLst>
        </pc:spChg>
        <pc:spChg chg="add del mod">
          <ac:chgData name="Mr. Himmu" userId="b09b5b51d18eb658" providerId="LiveId" clId="{12635415-A27E-40A9-8B48-82A8CAB0BCFB}" dt="2026-09-22T09:58:00.523" v="4621" actId="21"/>
          <ac:spMkLst>
            <pc:docMk/>
            <pc:sldMk cId="819341600" sldId="257"/>
            <ac:spMk id="21" creationId="{8930CCC3-2440-93F1-1C96-48D368E348DA}"/>
          </ac:spMkLst>
        </pc:spChg>
        <pc:spChg chg="add mod">
          <ac:chgData name="Mr. Himmu" userId="b09b5b51d18eb658" providerId="LiveId" clId="{12635415-A27E-40A9-8B48-82A8CAB0BCFB}" dt="2026-09-22T10:00:39.722" v="4651" actId="1076"/>
          <ac:spMkLst>
            <pc:docMk/>
            <pc:sldMk cId="819341600" sldId="257"/>
            <ac:spMk id="22" creationId="{0C245D20-1A3A-E5D9-FB6C-7789E486454E}"/>
          </ac:spMkLst>
        </pc:spChg>
        <pc:spChg chg="add mod">
          <ac:chgData name="Mr. Himmu" userId="b09b5b51d18eb658" providerId="LiveId" clId="{12635415-A27E-40A9-8B48-82A8CAB0BCFB}" dt="2026-09-22T10:00:09.592" v="4645" actId="14100"/>
          <ac:spMkLst>
            <pc:docMk/>
            <pc:sldMk cId="819341600" sldId="257"/>
            <ac:spMk id="23" creationId="{B4E039CC-AC13-BC1A-772A-E42F30F0A8C2}"/>
          </ac:spMkLst>
        </pc:spChg>
        <pc:spChg chg="add mod">
          <ac:chgData name="Mr. Himmu" userId="b09b5b51d18eb658" providerId="LiveId" clId="{12635415-A27E-40A9-8B48-82A8CAB0BCFB}" dt="2026-09-22T10:00:24.704" v="4649" actId="14100"/>
          <ac:spMkLst>
            <pc:docMk/>
            <pc:sldMk cId="819341600" sldId="257"/>
            <ac:spMk id="24" creationId="{B2E14DB1-DD46-9D92-7CDB-C9959893CCAE}"/>
          </ac:spMkLst>
        </pc:spChg>
        <pc:picChg chg="add mod">
          <ac:chgData name="Mr. Himmu" userId="b09b5b51d18eb658" providerId="LiveId" clId="{12635415-A27E-40A9-8B48-82A8CAB0BCFB}" dt="2026-09-22T08:50:53.448" v="3520"/>
          <ac:picMkLst>
            <pc:docMk/>
            <pc:sldMk cId="819341600" sldId="257"/>
            <ac:picMk id="8" creationId="{1D9D5809-2E49-54E9-B05A-BB22FAE25752}"/>
          </ac:picMkLst>
        </pc:picChg>
        <pc:picChg chg="mod ord">
          <ac:chgData name="Mr. Himmu" userId="b09b5b51d18eb658" providerId="LiveId" clId="{12635415-A27E-40A9-8B48-82A8CAB0BCFB}" dt="2026-09-22T09:59:36.374" v="4637" actId="1076"/>
          <ac:picMkLst>
            <pc:docMk/>
            <pc:sldMk cId="819341600" sldId="257"/>
            <ac:picMk id="9" creationId="{482D41E6-8476-97C7-EA29-F1408B401AF6}"/>
          </ac:picMkLst>
        </pc:picChg>
        <pc:picChg chg="add del mod">
          <ac:chgData name="Mr. Himmu" userId="b09b5b51d18eb658" providerId="LiveId" clId="{12635415-A27E-40A9-8B48-82A8CAB0BCFB}" dt="2026-09-22T08:53:36.613" v="3588" actId="21"/>
          <ac:picMkLst>
            <pc:docMk/>
            <pc:sldMk cId="819341600" sldId="257"/>
            <ac:picMk id="15" creationId="{D2CB7634-88B9-F9F3-5F30-BDE30F51EC97}"/>
          </ac:picMkLst>
        </pc:picChg>
        <pc:picChg chg="add del mod ord">
          <ac:chgData name="Mr. Himmu" userId="b09b5b51d18eb658" providerId="LiveId" clId="{12635415-A27E-40A9-8B48-82A8CAB0BCFB}" dt="2026-09-22T09:55:07.144" v="4597" actId="21"/>
          <ac:picMkLst>
            <pc:docMk/>
            <pc:sldMk cId="819341600" sldId="257"/>
            <ac:picMk id="19" creationId="{9D10107F-E44F-DA9E-614A-2367A8C8EC5E}"/>
          </ac:picMkLst>
        </pc:picChg>
      </pc:sldChg>
      <pc:sldChg chg="addSp delSp modSp add mod ord modTransition modAnim">
        <pc:chgData name="Mr. Himmu" userId="b09b5b51d18eb658" providerId="LiveId" clId="{12635415-A27E-40A9-8B48-82A8CAB0BCFB}" dt="2026-09-22T10:31:22.208" v="5078"/>
        <pc:sldMkLst>
          <pc:docMk/>
          <pc:sldMk cId="0" sldId="258"/>
        </pc:sldMkLst>
        <pc:spChg chg="mod">
          <ac:chgData name="Mr. Himmu" userId="b09b5b51d18eb658" providerId="LiveId" clId="{12635415-A27E-40A9-8B48-82A8CAB0BCFB}" dt="2026-09-22T07:34:42.942" v="2582" actId="14100"/>
          <ac:spMkLst>
            <pc:docMk/>
            <pc:sldMk cId="0" sldId="258"/>
            <ac:spMk id="2" creationId="{00000000-0000-0000-0000-000000000000}"/>
          </ac:spMkLst>
        </pc:spChg>
        <pc:spChg chg="mod">
          <ac:chgData name="Mr. Himmu" userId="b09b5b51d18eb658" providerId="LiveId" clId="{12635415-A27E-40A9-8B48-82A8CAB0BCFB}" dt="2026-09-22T07:34:53.381" v="2583" actId="1076"/>
          <ac:spMkLst>
            <pc:docMk/>
            <pc:sldMk cId="0" sldId="258"/>
            <ac:spMk id="3" creationId="{00000000-0000-0000-0000-000000000000}"/>
          </ac:spMkLst>
        </pc:spChg>
        <pc:spChg chg="del mod">
          <ac:chgData name="Mr. Himmu" userId="b09b5b51d18eb658" providerId="LiveId" clId="{12635415-A27E-40A9-8B48-82A8CAB0BCFB}" dt="2026-09-21T10:35:53.840" v="240" actId="21"/>
          <ac:spMkLst>
            <pc:docMk/>
            <pc:sldMk cId="0" sldId="258"/>
            <ac:spMk id="4" creationId="{00000000-0000-0000-0000-000000000000}"/>
          </ac:spMkLst>
        </pc:spChg>
        <pc:spChg chg="add">
          <ac:chgData name="Mr. Himmu" userId="b09b5b51d18eb658" providerId="LiveId" clId="{12635415-A27E-40A9-8B48-82A8CAB0BCFB}" dt="2026-09-22T05:57:24.678" v="1109"/>
          <ac:spMkLst>
            <pc:docMk/>
            <pc:sldMk cId="0" sldId="258"/>
            <ac:spMk id="4" creationId="{B51445C0-B91D-F77F-9256-8540424FE591}"/>
          </ac:spMkLst>
        </pc:spChg>
        <pc:spChg chg="del mod">
          <ac:chgData name="Mr. Himmu" userId="b09b5b51d18eb658" providerId="LiveId" clId="{12635415-A27E-40A9-8B48-82A8CAB0BCFB}" dt="2026-09-21T10:51:40.376" v="316" actId="21"/>
          <ac:spMkLst>
            <pc:docMk/>
            <pc:sldMk cId="0" sldId="258"/>
            <ac:spMk id="6" creationId="{00000000-0000-0000-0000-000000000000}"/>
          </ac:spMkLst>
        </pc:spChg>
        <pc:spChg chg="add mod">
          <ac:chgData name="Mr. Himmu" userId="b09b5b51d18eb658" providerId="LiveId" clId="{12635415-A27E-40A9-8B48-82A8CAB0BCFB}" dt="2026-09-22T08:42:56.486" v="3478" actId="207"/>
          <ac:spMkLst>
            <pc:docMk/>
            <pc:sldMk cId="0" sldId="258"/>
            <ac:spMk id="6" creationId="{2C55514A-7942-2659-2715-597D9011F234}"/>
          </ac:spMkLst>
        </pc:spChg>
        <pc:spChg chg="del">
          <ac:chgData name="Mr. Himmu" userId="b09b5b51d18eb658" providerId="LiveId" clId="{12635415-A27E-40A9-8B48-82A8CAB0BCFB}" dt="2026-09-21T10:37:53.836" v="258" actId="21"/>
          <ac:spMkLst>
            <pc:docMk/>
            <pc:sldMk cId="0" sldId="258"/>
            <ac:spMk id="7" creationId="{00000000-0000-0000-0000-000000000000}"/>
          </ac:spMkLst>
        </pc:spChg>
        <pc:spChg chg="add mod">
          <ac:chgData name="Mr. Himmu" userId="b09b5b51d18eb658" providerId="LiveId" clId="{12635415-A27E-40A9-8B48-82A8CAB0BCFB}" dt="2026-09-22T07:41:05.491" v="2851"/>
          <ac:spMkLst>
            <pc:docMk/>
            <pc:sldMk cId="0" sldId="258"/>
            <ac:spMk id="7" creationId="{328F5E7B-E543-9D4C-F0D4-D44EB9096983}"/>
          </ac:spMkLst>
        </pc:spChg>
        <pc:spChg chg="mod ord">
          <ac:chgData name="Mr. Himmu" userId="b09b5b51d18eb658" providerId="LiveId" clId="{12635415-A27E-40A9-8B48-82A8CAB0BCFB}" dt="2026-09-22T06:05:05.446" v="1172" actId="167"/>
          <ac:spMkLst>
            <pc:docMk/>
            <pc:sldMk cId="0" sldId="258"/>
            <ac:spMk id="8" creationId="{EC445928-4F4D-6AD4-05C5-8AE215AA1DD1}"/>
          </ac:spMkLst>
        </pc:spChg>
        <pc:spChg chg="add mod">
          <ac:chgData name="Mr. Himmu" userId="b09b5b51d18eb658" providerId="LiveId" clId="{12635415-A27E-40A9-8B48-82A8CAB0BCFB}" dt="2026-09-21T10:35:44.399" v="237"/>
          <ac:spMkLst>
            <pc:docMk/>
            <pc:sldMk cId="0" sldId="258"/>
            <ac:spMk id="9" creationId="{89F425DC-2B68-A630-A725-4E699D961828}"/>
          </ac:spMkLst>
        </pc:spChg>
        <pc:spChg chg="add mod">
          <ac:chgData name="Mr. Himmu" userId="b09b5b51d18eb658" providerId="LiveId" clId="{12635415-A27E-40A9-8B48-82A8CAB0BCFB}" dt="2026-09-22T10:03:04.932" v="4694" actId="20577"/>
          <ac:spMkLst>
            <pc:docMk/>
            <pc:sldMk cId="0" sldId="258"/>
            <ac:spMk id="9" creationId="{ABDFE526-3F18-A68F-2EEB-1FB61176A561}"/>
          </ac:spMkLst>
        </pc:spChg>
        <pc:spChg chg="add mod">
          <ac:chgData name="Mr. Himmu" userId="b09b5b51d18eb658" providerId="LiveId" clId="{12635415-A27E-40A9-8B48-82A8CAB0BCFB}" dt="2026-09-22T06:11:35.924" v="2553"/>
          <ac:spMkLst>
            <pc:docMk/>
            <pc:sldMk cId="0" sldId="258"/>
            <ac:spMk id="10" creationId="{D2238A6C-2A42-F027-4A7A-F5E680566130}"/>
          </ac:spMkLst>
        </pc:spChg>
        <pc:spChg chg="add mod">
          <ac:chgData name="Mr. Himmu" userId="b09b5b51d18eb658" providerId="LiveId" clId="{12635415-A27E-40A9-8B48-82A8CAB0BCFB}" dt="2026-09-21T10:37:38.886" v="256"/>
          <ac:spMkLst>
            <pc:docMk/>
            <pc:sldMk cId="0" sldId="258"/>
            <ac:spMk id="11" creationId="{C3DFA1DD-9896-936B-BC31-A373D89EDF2A}"/>
          </ac:spMkLst>
        </pc:spChg>
        <pc:spChg chg="add mod">
          <ac:chgData name="Mr. Himmu" userId="b09b5b51d18eb658" providerId="LiveId" clId="{12635415-A27E-40A9-8B48-82A8CAB0BCFB}" dt="2026-09-21T10:37:38.886" v="256"/>
          <ac:spMkLst>
            <pc:docMk/>
            <pc:sldMk cId="0" sldId="258"/>
            <ac:spMk id="12" creationId="{CD6E84E5-5B9B-C6BD-88EE-46BBE8305C18}"/>
          </ac:spMkLst>
        </pc:spChg>
        <pc:spChg chg="add del mod">
          <ac:chgData name="Mr. Himmu" userId="b09b5b51d18eb658" providerId="LiveId" clId="{12635415-A27E-40A9-8B48-82A8CAB0BCFB}" dt="2026-09-22T05:58:50.520" v="1125" actId="21"/>
          <ac:spMkLst>
            <pc:docMk/>
            <pc:sldMk cId="0" sldId="258"/>
            <ac:spMk id="13" creationId="{03A20324-F79F-E5BC-2CAF-03EF7E42A57B}"/>
          </ac:spMkLst>
        </pc:spChg>
        <pc:spChg chg="add del mod">
          <ac:chgData name="Mr. Himmu" userId="b09b5b51d18eb658" providerId="LiveId" clId="{12635415-A27E-40A9-8B48-82A8CAB0BCFB}" dt="2026-09-21T10:57:45.028" v="321"/>
          <ac:spMkLst>
            <pc:docMk/>
            <pc:sldMk cId="0" sldId="258"/>
            <ac:spMk id="14" creationId="{5FB6ED9E-1078-F838-D8D2-DEC20F64023F}"/>
          </ac:spMkLst>
        </pc:spChg>
        <pc:picChg chg="mod">
          <ac:chgData name="Mr. Himmu" userId="b09b5b51d18eb658" providerId="LiveId" clId="{12635415-A27E-40A9-8B48-82A8CAB0BCFB}" dt="2026-09-22T08:07:32.157" v="3119" actId="1076"/>
          <ac:picMkLst>
            <pc:docMk/>
            <pc:sldMk cId="0" sldId="258"/>
            <ac:picMk id="5" creationId="{00000000-0000-0000-0000-000000000000}"/>
          </ac:picMkLst>
        </pc:picChg>
        <pc:picChg chg="add mod">
          <ac:chgData name="Mr. Himmu" userId="b09b5b51d18eb658" providerId="LiveId" clId="{12635415-A27E-40A9-8B48-82A8CAB0BCFB}" dt="2026-09-22T07:38:28.258" v="2729" actId="962"/>
          <ac:picMkLst>
            <pc:docMk/>
            <pc:sldMk cId="0" sldId="258"/>
            <ac:picMk id="1026" creationId="{0E1BC8B1-00D8-535F-9173-859733B0165E}"/>
          </ac:picMkLst>
        </pc:picChg>
      </pc:sldChg>
      <pc:sldChg chg="del">
        <pc:chgData name="Mr. Himmu" userId="b09b5b51d18eb658" providerId="LiveId" clId="{12635415-A27E-40A9-8B48-82A8CAB0BCFB}" dt="2026-09-09T09:08:40.239" v="74" actId="2696"/>
        <pc:sldMkLst>
          <pc:docMk/>
          <pc:sldMk cId="1287413142" sldId="258"/>
        </pc:sldMkLst>
      </pc:sldChg>
      <pc:sldChg chg="addSp modSp add del mod ord setBg modAnim">
        <pc:chgData name="Mr. Himmu" userId="b09b5b51d18eb658" providerId="LiveId" clId="{12635415-A27E-40A9-8B48-82A8CAB0BCFB}" dt="2026-09-22T10:22:26.987" v="5037"/>
        <pc:sldMkLst>
          <pc:docMk/>
          <pc:sldMk cId="0" sldId="259"/>
        </pc:sldMkLst>
        <pc:spChg chg="mod">
          <ac:chgData name="Mr. Himmu" userId="b09b5b51d18eb658" providerId="LiveId" clId="{12635415-A27E-40A9-8B48-82A8CAB0BCFB}" dt="2026-09-22T09:10:02.224" v="3692"/>
          <ac:spMkLst>
            <pc:docMk/>
            <pc:sldMk cId="0" sldId="259"/>
            <ac:spMk id="2" creationId="{00000000-0000-0000-0000-000000000000}"/>
          </ac:spMkLst>
        </pc:spChg>
        <pc:spChg chg="mod">
          <ac:chgData name="Mr. Himmu" userId="b09b5b51d18eb658" providerId="LiveId" clId="{12635415-A27E-40A9-8B48-82A8CAB0BCFB}" dt="2026-09-22T09:10:02.224" v="3692"/>
          <ac:spMkLst>
            <pc:docMk/>
            <pc:sldMk cId="0" sldId="259"/>
            <ac:spMk id="3" creationId="{00000000-0000-0000-0000-000000000000}"/>
          </ac:spMkLst>
        </pc:spChg>
        <pc:spChg chg="mod">
          <ac:chgData name="Mr. Himmu" userId="b09b5b51d18eb658" providerId="LiveId" clId="{12635415-A27E-40A9-8B48-82A8CAB0BCFB}" dt="2026-09-22T09:10:02.224" v="3692"/>
          <ac:spMkLst>
            <pc:docMk/>
            <pc:sldMk cId="0" sldId="259"/>
            <ac:spMk id="4" creationId="{00000000-0000-0000-0000-000000000000}"/>
          </ac:spMkLst>
        </pc:spChg>
        <pc:spChg chg="mod">
          <ac:chgData name="Mr. Himmu" userId="b09b5b51d18eb658" providerId="LiveId" clId="{12635415-A27E-40A9-8B48-82A8CAB0BCFB}" dt="2026-09-22T09:10:02.224" v="3692"/>
          <ac:spMkLst>
            <pc:docMk/>
            <pc:sldMk cId="0" sldId="259"/>
            <ac:spMk id="5" creationId="{00000000-0000-0000-0000-000000000000}"/>
          </ac:spMkLst>
        </pc:spChg>
        <pc:spChg chg="mod">
          <ac:chgData name="Mr. Himmu" userId="b09b5b51d18eb658" providerId="LiveId" clId="{12635415-A27E-40A9-8B48-82A8CAB0BCFB}" dt="2026-09-22T09:10:02.224" v="3692"/>
          <ac:spMkLst>
            <pc:docMk/>
            <pc:sldMk cId="0" sldId="259"/>
            <ac:spMk id="6" creationId="{00000000-0000-0000-0000-000000000000}"/>
          </ac:spMkLst>
        </pc:spChg>
        <pc:spChg chg="mod">
          <ac:chgData name="Mr. Himmu" userId="b09b5b51d18eb658" providerId="LiveId" clId="{12635415-A27E-40A9-8B48-82A8CAB0BCFB}" dt="2026-09-22T09:10:02.224" v="3692"/>
          <ac:spMkLst>
            <pc:docMk/>
            <pc:sldMk cId="0" sldId="259"/>
            <ac:spMk id="7" creationId="{00000000-0000-0000-0000-000000000000}"/>
          </ac:spMkLst>
        </pc:spChg>
        <pc:spChg chg="mod">
          <ac:chgData name="Mr. Himmu" userId="b09b5b51d18eb658" providerId="LiveId" clId="{12635415-A27E-40A9-8B48-82A8CAB0BCFB}" dt="2026-09-22T09:10:02.224" v="3692"/>
          <ac:spMkLst>
            <pc:docMk/>
            <pc:sldMk cId="0" sldId="259"/>
            <ac:spMk id="8" creationId="{00000000-0000-0000-0000-000000000000}"/>
          </ac:spMkLst>
        </pc:spChg>
        <pc:spChg chg="mod">
          <ac:chgData name="Mr. Himmu" userId="b09b5b51d18eb658" providerId="LiveId" clId="{12635415-A27E-40A9-8B48-82A8CAB0BCFB}" dt="2026-09-22T09:10:02.224" v="3692"/>
          <ac:spMkLst>
            <pc:docMk/>
            <pc:sldMk cId="0" sldId="259"/>
            <ac:spMk id="9" creationId="{00000000-0000-0000-0000-000000000000}"/>
          </ac:spMkLst>
        </pc:spChg>
        <pc:spChg chg="add mod">
          <ac:chgData name="Mr. Himmu" userId="b09b5b51d18eb658" providerId="LiveId" clId="{12635415-A27E-40A9-8B48-82A8CAB0BCFB}" dt="2026-09-22T10:01:47.897" v="4669" actId="20577"/>
          <ac:spMkLst>
            <pc:docMk/>
            <pc:sldMk cId="0" sldId="259"/>
            <ac:spMk id="11" creationId="{818BF2A5-5C71-E692-3A0A-ABBFBB1D36E9}"/>
          </ac:spMkLst>
        </pc:spChg>
      </pc:sldChg>
      <pc:sldChg chg="addSp delSp modSp del mod">
        <pc:chgData name="Mr. Himmu" userId="b09b5b51d18eb658" providerId="LiveId" clId="{12635415-A27E-40A9-8B48-82A8CAB0BCFB}" dt="2026-09-21T10:17:05.858" v="144" actId="2696"/>
        <pc:sldMkLst>
          <pc:docMk/>
          <pc:sldMk cId="401170782" sldId="259"/>
        </pc:sldMkLst>
        <pc:picChg chg="del mod">
          <ac:chgData name="Mr. Himmu" userId="b09b5b51d18eb658" providerId="LiveId" clId="{12635415-A27E-40A9-8B48-82A8CAB0BCFB}" dt="2026-09-21T10:15:38.098" v="139" actId="21"/>
          <ac:picMkLst>
            <pc:docMk/>
            <pc:sldMk cId="401170782" sldId="259"/>
            <ac:picMk id="5" creationId="{00000000-0000-0000-0000-000000000000}"/>
          </ac:picMkLst>
        </pc:picChg>
        <pc:picChg chg="add del mod">
          <ac:chgData name="Mr. Himmu" userId="b09b5b51d18eb658" providerId="LiveId" clId="{12635415-A27E-40A9-8B48-82A8CAB0BCFB}" dt="2026-09-21T10:15:18.361" v="135" actId="21"/>
          <ac:picMkLst>
            <pc:docMk/>
            <pc:sldMk cId="401170782" sldId="259"/>
            <ac:picMk id="1026" creationId="{0E1BC8B1-00D8-535F-9173-859733B0165E}"/>
          </ac:picMkLst>
        </pc:picChg>
      </pc:sldChg>
      <pc:sldChg chg="addSp delSp modSp mod modAnim">
        <pc:chgData name="Mr. Himmu" userId="b09b5b51d18eb658" providerId="LiveId" clId="{12635415-A27E-40A9-8B48-82A8CAB0BCFB}" dt="2026-09-22T10:12:12.955" v="4833"/>
        <pc:sldMkLst>
          <pc:docMk/>
          <pc:sldMk cId="0" sldId="260"/>
        </pc:sldMkLst>
        <pc:spChg chg="add mod">
          <ac:chgData name="Mr. Himmu" userId="b09b5b51d18eb658" providerId="LiveId" clId="{12635415-A27E-40A9-8B48-82A8CAB0BCFB}" dt="2026-09-22T10:03:18.315" v="4697" actId="403"/>
          <ac:spMkLst>
            <pc:docMk/>
            <pc:sldMk cId="0" sldId="260"/>
            <ac:spMk id="2" creationId="{06365237-624A-7DD4-477F-8B5EDB7BC8A5}"/>
          </ac:spMkLst>
        </pc:spChg>
        <pc:spChg chg="mod">
          <ac:chgData name="Mr. Himmu" userId="b09b5b51d18eb658" providerId="LiveId" clId="{12635415-A27E-40A9-8B48-82A8CAB0BCFB}" dt="2026-09-09T09:01:15.936" v="31" actId="1076"/>
          <ac:spMkLst>
            <pc:docMk/>
            <pc:sldMk cId="0" sldId="260"/>
            <ac:spMk id="4" creationId="{00000000-0000-0000-0000-000000000000}"/>
          </ac:spMkLst>
        </pc:spChg>
        <pc:spChg chg="mod">
          <ac:chgData name="Mr. Himmu" userId="b09b5b51d18eb658" providerId="LiveId" clId="{12635415-A27E-40A9-8B48-82A8CAB0BCFB}" dt="2026-09-09T09:01:25.343" v="32" actId="14100"/>
          <ac:spMkLst>
            <pc:docMk/>
            <pc:sldMk cId="0" sldId="260"/>
            <ac:spMk id="9" creationId="{00000000-0000-0000-0000-000000000000}"/>
          </ac:spMkLst>
        </pc:spChg>
        <pc:spChg chg="mod">
          <ac:chgData name="Mr. Himmu" userId="b09b5b51d18eb658" providerId="LiveId" clId="{12635415-A27E-40A9-8B48-82A8CAB0BCFB}" dt="2026-09-09T09:08:13.808" v="73" actId="1076"/>
          <ac:spMkLst>
            <pc:docMk/>
            <pc:sldMk cId="0" sldId="260"/>
            <ac:spMk id="10" creationId="{08BAFAF0-C568-1360-B70B-8A08E1AC09C2}"/>
          </ac:spMkLst>
        </pc:spChg>
        <pc:spChg chg="mod">
          <ac:chgData name="Mr. Himmu" userId="b09b5b51d18eb658" providerId="LiveId" clId="{12635415-A27E-40A9-8B48-82A8CAB0BCFB}" dt="2026-09-09T08:57:42.014" v="6" actId="2711"/>
          <ac:spMkLst>
            <pc:docMk/>
            <pc:sldMk cId="0" sldId="260"/>
            <ac:spMk id="12" creationId="{B3631F45-09AD-77E9-43E7-2FEF66784E98}"/>
          </ac:spMkLst>
        </pc:spChg>
        <pc:spChg chg="del mod">
          <ac:chgData name="Mr. Himmu" userId="b09b5b51d18eb658" providerId="LiveId" clId="{12635415-A27E-40A9-8B48-82A8CAB0BCFB}" dt="2026-09-09T08:56:25.218" v="1" actId="21"/>
          <ac:spMkLst>
            <pc:docMk/>
            <pc:sldMk cId="0" sldId="260"/>
            <ac:spMk id="13" creationId="{19F8C433-5FAF-EC40-53A7-54E9D87A3EC8}"/>
          </ac:spMkLst>
        </pc:spChg>
        <pc:spChg chg="del">
          <ac:chgData name="Mr. Himmu" userId="b09b5b51d18eb658" providerId="LiveId" clId="{12635415-A27E-40A9-8B48-82A8CAB0BCFB}" dt="2026-09-09T08:56:25.218" v="1" actId="21"/>
          <ac:spMkLst>
            <pc:docMk/>
            <pc:sldMk cId="0" sldId="260"/>
            <ac:spMk id="14" creationId="{0D92257F-0571-65F9-6C56-9E599071FDC0}"/>
          </ac:spMkLst>
        </pc:spChg>
        <pc:spChg chg="del">
          <ac:chgData name="Mr. Himmu" userId="b09b5b51d18eb658" providerId="LiveId" clId="{12635415-A27E-40A9-8B48-82A8CAB0BCFB}" dt="2026-09-09T08:56:25.218" v="1" actId="21"/>
          <ac:spMkLst>
            <pc:docMk/>
            <pc:sldMk cId="0" sldId="260"/>
            <ac:spMk id="15" creationId="{B0A177D7-F471-8C3E-9A79-53DA84DC8A93}"/>
          </ac:spMkLst>
        </pc:spChg>
        <pc:spChg chg="del">
          <ac:chgData name="Mr. Himmu" userId="b09b5b51d18eb658" providerId="LiveId" clId="{12635415-A27E-40A9-8B48-82A8CAB0BCFB}" dt="2026-09-09T08:56:25.218" v="1" actId="21"/>
          <ac:spMkLst>
            <pc:docMk/>
            <pc:sldMk cId="0" sldId="260"/>
            <ac:spMk id="16" creationId="{5D5C4950-BA27-B9C9-81B6-09C6F41D0E0A}"/>
          </ac:spMkLst>
        </pc:spChg>
        <pc:spChg chg="add mod">
          <ac:chgData name="Mr. Himmu" userId="b09b5b51d18eb658" providerId="LiveId" clId="{12635415-A27E-40A9-8B48-82A8CAB0BCFB}" dt="2026-09-22T09:56:40.609" v="4610" actId="1076"/>
          <ac:spMkLst>
            <pc:docMk/>
            <pc:sldMk cId="0" sldId="260"/>
            <ac:spMk id="17" creationId="{19F8C433-5FAF-EC40-53A7-54E9D87A3EC8}"/>
          </ac:spMkLst>
        </pc:spChg>
        <pc:spChg chg="add mod">
          <ac:chgData name="Mr. Himmu" userId="b09b5b51d18eb658" providerId="LiveId" clId="{12635415-A27E-40A9-8B48-82A8CAB0BCFB}" dt="2026-09-21T10:08:59.121" v="126" actId="1076"/>
          <ac:spMkLst>
            <pc:docMk/>
            <pc:sldMk cId="0" sldId="260"/>
            <ac:spMk id="18" creationId="{0D92257F-0571-65F9-6C56-9E599071FDC0}"/>
          </ac:spMkLst>
        </pc:spChg>
        <pc:spChg chg="add mod">
          <ac:chgData name="Mr. Himmu" userId="b09b5b51d18eb658" providerId="LiveId" clId="{12635415-A27E-40A9-8B48-82A8CAB0BCFB}" dt="2026-09-21T10:08:59.121" v="126" actId="1076"/>
          <ac:spMkLst>
            <pc:docMk/>
            <pc:sldMk cId="0" sldId="260"/>
            <ac:spMk id="19" creationId="{B0A177D7-F471-8C3E-9A79-53DA84DC8A93}"/>
          </ac:spMkLst>
        </pc:spChg>
        <pc:spChg chg="add mod">
          <ac:chgData name="Mr. Himmu" userId="b09b5b51d18eb658" providerId="LiveId" clId="{12635415-A27E-40A9-8B48-82A8CAB0BCFB}" dt="2026-09-21T10:08:59.121" v="126" actId="1076"/>
          <ac:spMkLst>
            <pc:docMk/>
            <pc:sldMk cId="0" sldId="260"/>
            <ac:spMk id="20" creationId="{5D5C4950-BA27-B9C9-81B6-09C6F41D0E0A}"/>
          </ac:spMkLst>
        </pc:spChg>
        <pc:spChg chg="add mod">
          <ac:chgData name="Mr. Himmu" userId="b09b5b51d18eb658" providerId="LiveId" clId="{12635415-A27E-40A9-8B48-82A8CAB0BCFB}" dt="2026-09-09T08:59:52.204" v="15"/>
          <ac:spMkLst>
            <pc:docMk/>
            <pc:sldMk cId="0" sldId="260"/>
            <ac:spMk id="21" creationId="{BC26741C-8482-A725-62E4-8F91855A2D13}"/>
          </ac:spMkLst>
        </pc:spChg>
        <pc:spChg chg="add mod">
          <ac:chgData name="Mr. Himmu" userId="b09b5b51d18eb658" providerId="LiveId" clId="{12635415-A27E-40A9-8B48-82A8CAB0BCFB}" dt="2026-09-09T08:59:52.204" v="15"/>
          <ac:spMkLst>
            <pc:docMk/>
            <pc:sldMk cId="0" sldId="260"/>
            <ac:spMk id="22" creationId="{AEF20E17-8A69-88F6-D38F-8F4BBBC12B16}"/>
          </ac:spMkLst>
        </pc:spChg>
        <pc:spChg chg="add mod">
          <ac:chgData name="Mr. Himmu" userId="b09b5b51d18eb658" providerId="LiveId" clId="{12635415-A27E-40A9-8B48-82A8CAB0BCFB}" dt="2026-09-09T08:59:52.204" v="15"/>
          <ac:spMkLst>
            <pc:docMk/>
            <pc:sldMk cId="0" sldId="260"/>
            <ac:spMk id="23" creationId="{9D263262-27E9-8E05-9C29-0279A0DA7102}"/>
          </ac:spMkLst>
        </pc:spChg>
        <pc:spChg chg="add mod">
          <ac:chgData name="Mr. Himmu" userId="b09b5b51d18eb658" providerId="LiveId" clId="{12635415-A27E-40A9-8B48-82A8CAB0BCFB}" dt="2026-09-09T09:00:08.067" v="23" actId="1076"/>
          <ac:spMkLst>
            <pc:docMk/>
            <pc:sldMk cId="0" sldId="260"/>
            <ac:spMk id="24" creationId="{DB398915-95A5-D2E1-729C-1EB7EF750504}"/>
          </ac:spMkLst>
        </pc:spChg>
        <pc:spChg chg="add mod">
          <ac:chgData name="Mr. Himmu" userId="b09b5b51d18eb658" providerId="LiveId" clId="{12635415-A27E-40A9-8B48-82A8CAB0BCFB}" dt="2026-09-09T08:59:52.204" v="15"/>
          <ac:spMkLst>
            <pc:docMk/>
            <pc:sldMk cId="0" sldId="260"/>
            <ac:spMk id="25" creationId="{9B17B304-6B5B-5CCF-80B6-1048B98CC375}"/>
          </ac:spMkLst>
        </pc:spChg>
        <pc:spChg chg="add del mod">
          <ac:chgData name="Mr. Himmu" userId="b09b5b51d18eb658" providerId="LiveId" clId="{12635415-A27E-40A9-8B48-82A8CAB0BCFB}" dt="2026-09-09T09:05:09.954" v="50" actId="21"/>
          <ac:spMkLst>
            <pc:docMk/>
            <pc:sldMk cId="0" sldId="260"/>
            <ac:spMk id="26" creationId="{AD3B6352-AC85-0802-C082-7C24BC33C6D5}"/>
          </ac:spMkLst>
        </pc:spChg>
        <pc:spChg chg="add del mod">
          <ac:chgData name="Mr. Himmu" userId="b09b5b51d18eb658" providerId="LiveId" clId="{12635415-A27E-40A9-8B48-82A8CAB0BCFB}" dt="2026-09-09T09:05:09.954" v="50" actId="21"/>
          <ac:spMkLst>
            <pc:docMk/>
            <pc:sldMk cId="0" sldId="260"/>
            <ac:spMk id="27" creationId="{5136D122-C4DC-9F98-ADD1-2364E8DA60D4}"/>
          </ac:spMkLst>
        </pc:spChg>
        <pc:spChg chg="add mod">
          <ac:chgData name="Mr. Himmu" userId="b09b5b51d18eb658" providerId="LiveId" clId="{12635415-A27E-40A9-8B48-82A8CAB0BCFB}" dt="2026-09-09T09:00:37.810" v="25" actId="1076"/>
          <ac:spMkLst>
            <pc:docMk/>
            <pc:sldMk cId="0" sldId="260"/>
            <ac:spMk id="28" creationId="{B9AE35EC-4BE5-E365-5F61-2F76624B900F}"/>
          </ac:spMkLst>
        </pc:spChg>
        <pc:spChg chg="add del mod">
          <ac:chgData name="Mr. Himmu" userId="b09b5b51d18eb658" providerId="LiveId" clId="{12635415-A27E-40A9-8B48-82A8CAB0BCFB}" dt="2026-09-09T09:07:23.045" v="71" actId="21"/>
          <ac:spMkLst>
            <pc:docMk/>
            <pc:sldMk cId="0" sldId="260"/>
            <ac:spMk id="29" creationId="{8177900A-BB3F-DF70-AEBB-9C1ACBE614BA}"/>
          </ac:spMkLst>
        </pc:spChg>
        <pc:spChg chg="add del mod">
          <ac:chgData name="Mr. Himmu" userId="b09b5b51d18eb658" providerId="LiveId" clId="{12635415-A27E-40A9-8B48-82A8CAB0BCFB}" dt="2026-09-09T09:05:09.954" v="50" actId="21"/>
          <ac:spMkLst>
            <pc:docMk/>
            <pc:sldMk cId="0" sldId="260"/>
            <ac:spMk id="30" creationId="{E8C30648-FC45-7E73-FB58-7A547E3F6E64}"/>
          </ac:spMkLst>
        </pc:spChg>
        <pc:spChg chg="add mod">
          <ac:chgData name="Mr. Himmu" userId="b09b5b51d18eb658" providerId="LiveId" clId="{12635415-A27E-40A9-8B48-82A8CAB0BCFB}" dt="2026-09-09T09:07:10.617" v="70" actId="17032"/>
          <ac:spMkLst>
            <pc:docMk/>
            <pc:sldMk cId="0" sldId="260"/>
            <ac:spMk id="32" creationId="{5719A5AD-6264-0E88-B0F0-92E3DCB55488}"/>
          </ac:spMkLst>
        </pc:spChg>
        <pc:spChg chg="add mod">
          <ac:chgData name="Mr. Himmu" userId="b09b5b51d18eb658" providerId="LiveId" clId="{12635415-A27E-40A9-8B48-82A8CAB0BCFB}" dt="2026-09-09T09:05:31.529" v="52" actId="1076"/>
          <ac:spMkLst>
            <pc:docMk/>
            <pc:sldMk cId="0" sldId="260"/>
            <ac:spMk id="33" creationId="{04B0532B-8E6A-212C-6075-99A6D9B7FB00}"/>
          </ac:spMkLst>
        </pc:spChg>
        <pc:picChg chg="add mod ord">
          <ac:chgData name="Mr. Himmu" userId="b09b5b51d18eb658" providerId="LiveId" clId="{12635415-A27E-40A9-8B48-82A8CAB0BCFB}" dt="2026-09-22T09:56:59.929" v="4613" actId="1076"/>
          <ac:picMkLst>
            <pc:docMk/>
            <pc:sldMk cId="0" sldId="260"/>
            <ac:picMk id="3" creationId="{9D10107F-E44F-DA9E-614A-2367A8C8EC5E}"/>
          </ac:picMkLst>
        </pc:picChg>
        <pc:picChg chg="mod ord">
          <ac:chgData name="Mr. Himmu" userId="b09b5b51d18eb658" providerId="LiveId" clId="{12635415-A27E-40A9-8B48-82A8CAB0BCFB}" dt="2026-09-22T09:56:32.522" v="4609" actId="167"/>
          <ac:picMkLst>
            <pc:docMk/>
            <pc:sldMk cId="0" sldId="260"/>
            <ac:picMk id="8" creationId="{9F4057AC-2125-5FA0-D8C2-1EF88D1B31DC}"/>
          </ac:picMkLst>
        </pc:picChg>
      </pc:sldChg>
      <pc:sldChg chg="delSp add del mod setBg">
        <pc:chgData name="Mr. Himmu" userId="b09b5b51d18eb658" providerId="LiveId" clId="{12635415-A27E-40A9-8B48-82A8CAB0BCFB}" dt="2026-09-22T08:43:38.341" v="3480" actId="2696"/>
        <pc:sldMkLst>
          <pc:docMk/>
          <pc:sldMk cId="0" sldId="261"/>
        </pc:sldMkLst>
        <pc:spChg chg="del">
          <ac:chgData name="Mr. Himmu" userId="b09b5b51d18eb658" providerId="LiveId" clId="{12635415-A27E-40A9-8B48-82A8CAB0BCFB}" dt="2026-09-22T08:15:53.588" v="3172" actId="21"/>
          <ac:spMkLst>
            <pc:docMk/>
            <pc:sldMk cId="0" sldId="261"/>
            <ac:spMk id="2" creationId="{00000000-0000-0000-0000-000000000000}"/>
          </ac:spMkLst>
        </pc:spChg>
        <pc:spChg chg="del">
          <ac:chgData name="Mr. Himmu" userId="b09b5b51d18eb658" providerId="LiveId" clId="{12635415-A27E-40A9-8B48-82A8CAB0BCFB}" dt="2026-09-22T08:15:53.588" v="3172" actId="21"/>
          <ac:spMkLst>
            <pc:docMk/>
            <pc:sldMk cId="0" sldId="261"/>
            <ac:spMk id="3" creationId="{00000000-0000-0000-0000-000000000000}"/>
          </ac:spMkLst>
        </pc:spChg>
        <pc:spChg chg="del">
          <ac:chgData name="Mr. Himmu" userId="b09b5b51d18eb658" providerId="LiveId" clId="{12635415-A27E-40A9-8B48-82A8CAB0BCFB}" dt="2026-09-22T08:15:53.588" v="3172" actId="21"/>
          <ac:spMkLst>
            <pc:docMk/>
            <pc:sldMk cId="0" sldId="261"/>
            <ac:spMk id="4" creationId="{00000000-0000-0000-0000-000000000000}"/>
          </ac:spMkLst>
        </pc:spChg>
        <pc:spChg chg="del">
          <ac:chgData name="Mr. Himmu" userId="b09b5b51d18eb658" providerId="LiveId" clId="{12635415-A27E-40A9-8B48-82A8CAB0BCFB}" dt="2026-09-22T08:15:53.588" v="3172" actId="21"/>
          <ac:spMkLst>
            <pc:docMk/>
            <pc:sldMk cId="0" sldId="261"/>
            <ac:spMk id="5" creationId="{00000000-0000-0000-0000-000000000000}"/>
          </ac:spMkLst>
        </pc:spChg>
        <pc:spChg chg="del">
          <ac:chgData name="Mr. Himmu" userId="b09b5b51d18eb658" providerId="LiveId" clId="{12635415-A27E-40A9-8B48-82A8CAB0BCFB}" dt="2026-09-22T08:15:53.588" v="3172" actId="21"/>
          <ac:spMkLst>
            <pc:docMk/>
            <pc:sldMk cId="0" sldId="261"/>
            <ac:spMk id="6" creationId="{00000000-0000-0000-0000-000000000000}"/>
          </ac:spMkLst>
        </pc:spChg>
        <pc:spChg chg="del">
          <ac:chgData name="Mr. Himmu" userId="b09b5b51d18eb658" providerId="LiveId" clId="{12635415-A27E-40A9-8B48-82A8CAB0BCFB}" dt="2026-09-22T08:15:53.588" v="3172" actId="21"/>
          <ac:spMkLst>
            <pc:docMk/>
            <pc:sldMk cId="0" sldId="261"/>
            <ac:spMk id="7" creationId="{00000000-0000-0000-0000-000000000000}"/>
          </ac:spMkLst>
        </pc:spChg>
        <pc:spChg chg="del">
          <ac:chgData name="Mr. Himmu" userId="b09b5b51d18eb658" providerId="LiveId" clId="{12635415-A27E-40A9-8B48-82A8CAB0BCFB}" dt="2026-09-22T08:15:53.588" v="3172" actId="21"/>
          <ac:spMkLst>
            <pc:docMk/>
            <pc:sldMk cId="0" sldId="261"/>
            <ac:spMk id="8" creationId="{00000000-0000-0000-0000-000000000000}"/>
          </ac:spMkLst>
        </pc:spChg>
        <pc:spChg chg="del">
          <ac:chgData name="Mr. Himmu" userId="b09b5b51d18eb658" providerId="LiveId" clId="{12635415-A27E-40A9-8B48-82A8CAB0BCFB}" dt="2026-09-22T08:15:53.588" v="3172" actId="21"/>
          <ac:spMkLst>
            <pc:docMk/>
            <pc:sldMk cId="0" sldId="261"/>
            <ac:spMk id="9" creationId="{00000000-0000-0000-0000-000000000000}"/>
          </ac:spMkLst>
        </pc:spChg>
        <pc:spChg chg="del">
          <ac:chgData name="Mr. Himmu" userId="b09b5b51d18eb658" providerId="LiveId" clId="{12635415-A27E-40A9-8B48-82A8CAB0BCFB}" dt="2026-09-22T08:15:53.588" v="3172" actId="21"/>
          <ac:spMkLst>
            <pc:docMk/>
            <pc:sldMk cId="0" sldId="261"/>
            <ac:spMk id="10" creationId="{00000000-0000-0000-0000-000000000000}"/>
          </ac:spMkLst>
        </pc:spChg>
        <pc:spChg chg="del">
          <ac:chgData name="Mr. Himmu" userId="b09b5b51d18eb658" providerId="LiveId" clId="{12635415-A27E-40A9-8B48-82A8CAB0BCFB}" dt="2026-09-22T08:15:53.588" v="3172" actId="21"/>
          <ac:spMkLst>
            <pc:docMk/>
            <pc:sldMk cId="0" sldId="261"/>
            <ac:spMk id="11" creationId="{00000000-0000-0000-0000-000000000000}"/>
          </ac:spMkLst>
        </pc:spChg>
        <pc:spChg chg="del">
          <ac:chgData name="Mr. Himmu" userId="b09b5b51d18eb658" providerId="LiveId" clId="{12635415-A27E-40A9-8B48-82A8CAB0BCFB}" dt="2026-09-22T08:15:53.588" v="3172" actId="21"/>
          <ac:spMkLst>
            <pc:docMk/>
            <pc:sldMk cId="0" sldId="261"/>
            <ac:spMk id="12" creationId="{00000000-0000-0000-0000-000000000000}"/>
          </ac:spMkLst>
        </pc:spChg>
        <pc:spChg chg="del">
          <ac:chgData name="Mr. Himmu" userId="b09b5b51d18eb658" providerId="LiveId" clId="{12635415-A27E-40A9-8B48-82A8CAB0BCFB}" dt="2026-09-22T08:15:53.588" v="3172" actId="21"/>
          <ac:spMkLst>
            <pc:docMk/>
            <pc:sldMk cId="0" sldId="261"/>
            <ac:spMk id="13" creationId="{00000000-0000-0000-0000-000000000000}"/>
          </ac:spMkLst>
        </pc:spChg>
      </pc:sldChg>
      <pc:sldChg chg="addSp modSp new del">
        <pc:chgData name="Mr. Himmu" userId="b09b5b51d18eb658" providerId="LiveId" clId="{12635415-A27E-40A9-8B48-82A8CAB0BCFB}" dt="2026-09-09T09:13:22.223" v="79" actId="2696"/>
        <pc:sldMkLst>
          <pc:docMk/>
          <pc:sldMk cId="3248728221" sldId="261"/>
        </pc:sldMkLst>
        <pc:spChg chg="add mod">
          <ac:chgData name="Mr. Himmu" userId="b09b5b51d18eb658" providerId="LiveId" clId="{12635415-A27E-40A9-8B48-82A8CAB0BCFB}" dt="2026-09-09T09:10:08.568" v="76"/>
          <ac:spMkLst>
            <pc:docMk/>
            <pc:sldMk cId="3248728221" sldId="261"/>
            <ac:spMk id="4" creationId="{00000000-0000-0000-0000-000000000000}"/>
          </ac:spMkLst>
        </pc:spChg>
        <pc:spChg chg="add mod">
          <ac:chgData name="Mr. Himmu" userId="b09b5b51d18eb658" providerId="LiveId" clId="{12635415-A27E-40A9-8B48-82A8CAB0BCFB}" dt="2026-09-09T09:10:08.568" v="76"/>
          <ac:spMkLst>
            <pc:docMk/>
            <pc:sldMk cId="3248728221" sldId="261"/>
            <ac:spMk id="5" creationId="{00000000-0000-0000-0000-000000000000}"/>
          </ac:spMkLst>
        </pc:spChg>
        <pc:spChg chg="add mod">
          <ac:chgData name="Mr. Himmu" userId="b09b5b51d18eb658" providerId="LiveId" clId="{12635415-A27E-40A9-8B48-82A8CAB0BCFB}" dt="2026-09-09T09:10:08.568" v="76"/>
          <ac:spMkLst>
            <pc:docMk/>
            <pc:sldMk cId="3248728221" sldId="261"/>
            <ac:spMk id="6" creationId="{00000000-0000-0000-0000-000000000000}"/>
          </ac:spMkLst>
        </pc:spChg>
        <pc:spChg chg="add mod">
          <ac:chgData name="Mr. Himmu" userId="b09b5b51d18eb658" providerId="LiveId" clId="{12635415-A27E-40A9-8B48-82A8CAB0BCFB}" dt="2026-09-09T09:10:08.568" v="76"/>
          <ac:spMkLst>
            <pc:docMk/>
            <pc:sldMk cId="3248728221" sldId="261"/>
            <ac:spMk id="7" creationId="{00000000-0000-0000-0000-000000000000}"/>
          </ac:spMkLst>
        </pc:spChg>
        <pc:spChg chg="add mod">
          <ac:chgData name="Mr. Himmu" userId="b09b5b51d18eb658" providerId="LiveId" clId="{12635415-A27E-40A9-8B48-82A8CAB0BCFB}" dt="2026-09-09T09:10:08.568" v="76"/>
          <ac:spMkLst>
            <pc:docMk/>
            <pc:sldMk cId="3248728221" sldId="261"/>
            <ac:spMk id="8" creationId="{00000000-0000-0000-0000-000000000000}"/>
          </ac:spMkLst>
        </pc:spChg>
        <pc:spChg chg="add mod">
          <ac:chgData name="Mr. Himmu" userId="b09b5b51d18eb658" providerId="LiveId" clId="{12635415-A27E-40A9-8B48-82A8CAB0BCFB}" dt="2026-09-09T09:10:08.568" v="76"/>
          <ac:spMkLst>
            <pc:docMk/>
            <pc:sldMk cId="3248728221" sldId="261"/>
            <ac:spMk id="9" creationId="{00000000-0000-0000-0000-000000000000}"/>
          </ac:spMkLst>
        </pc:spChg>
        <pc:spChg chg="add mod">
          <ac:chgData name="Mr. Himmu" userId="b09b5b51d18eb658" providerId="LiveId" clId="{12635415-A27E-40A9-8B48-82A8CAB0BCFB}" dt="2026-09-09T09:10:08.568" v="76"/>
          <ac:spMkLst>
            <pc:docMk/>
            <pc:sldMk cId="3248728221" sldId="261"/>
            <ac:spMk id="10" creationId="{00000000-0000-0000-0000-000000000000}"/>
          </ac:spMkLst>
        </pc:spChg>
        <pc:spChg chg="add mod">
          <ac:chgData name="Mr. Himmu" userId="b09b5b51d18eb658" providerId="LiveId" clId="{12635415-A27E-40A9-8B48-82A8CAB0BCFB}" dt="2026-09-09T09:10:08.568" v="76"/>
          <ac:spMkLst>
            <pc:docMk/>
            <pc:sldMk cId="3248728221" sldId="261"/>
            <ac:spMk id="11" creationId="{00000000-0000-0000-0000-000000000000}"/>
          </ac:spMkLst>
        </pc:spChg>
        <pc:spChg chg="add mod">
          <ac:chgData name="Mr. Himmu" userId="b09b5b51d18eb658" providerId="LiveId" clId="{12635415-A27E-40A9-8B48-82A8CAB0BCFB}" dt="2026-09-09T09:10:08.568" v="76"/>
          <ac:spMkLst>
            <pc:docMk/>
            <pc:sldMk cId="3248728221" sldId="261"/>
            <ac:spMk id="12" creationId="{00000000-0000-0000-0000-000000000000}"/>
          </ac:spMkLst>
        </pc:spChg>
        <pc:spChg chg="add mod">
          <ac:chgData name="Mr. Himmu" userId="b09b5b51d18eb658" providerId="LiveId" clId="{12635415-A27E-40A9-8B48-82A8CAB0BCFB}" dt="2026-09-09T09:10:08.568" v="76"/>
          <ac:spMkLst>
            <pc:docMk/>
            <pc:sldMk cId="3248728221" sldId="261"/>
            <ac:spMk id="13" creationId="{00000000-0000-0000-0000-000000000000}"/>
          </ac:spMkLst>
        </pc:spChg>
        <pc:spChg chg="add mod">
          <ac:chgData name="Mr. Himmu" userId="b09b5b51d18eb658" providerId="LiveId" clId="{12635415-A27E-40A9-8B48-82A8CAB0BCFB}" dt="2026-09-09T09:10:08.568" v="76"/>
          <ac:spMkLst>
            <pc:docMk/>
            <pc:sldMk cId="3248728221" sldId="261"/>
            <ac:spMk id="14" creationId="{00000000-0000-0000-0000-000000000000}"/>
          </ac:spMkLst>
        </pc:spChg>
        <pc:spChg chg="add mod">
          <ac:chgData name="Mr. Himmu" userId="b09b5b51d18eb658" providerId="LiveId" clId="{12635415-A27E-40A9-8B48-82A8CAB0BCFB}" dt="2026-09-09T09:10:08.568" v="76"/>
          <ac:spMkLst>
            <pc:docMk/>
            <pc:sldMk cId="3248728221" sldId="261"/>
            <ac:spMk id="15" creationId="{00000000-0000-0000-0000-000000000000}"/>
          </ac:spMkLst>
        </pc:spChg>
        <pc:spChg chg="add mod">
          <ac:chgData name="Mr. Himmu" userId="b09b5b51d18eb658" providerId="LiveId" clId="{12635415-A27E-40A9-8B48-82A8CAB0BCFB}" dt="2026-09-09T09:10:08.568" v="76"/>
          <ac:spMkLst>
            <pc:docMk/>
            <pc:sldMk cId="3248728221" sldId="261"/>
            <ac:spMk id="16" creationId="{00000000-0000-0000-0000-000000000000}"/>
          </ac:spMkLst>
        </pc:spChg>
        <pc:spChg chg="add mod">
          <ac:chgData name="Mr. Himmu" userId="b09b5b51d18eb658" providerId="LiveId" clId="{12635415-A27E-40A9-8B48-82A8CAB0BCFB}" dt="2026-09-09T09:10:08.568" v="76"/>
          <ac:spMkLst>
            <pc:docMk/>
            <pc:sldMk cId="3248728221" sldId="261"/>
            <ac:spMk id="17" creationId="{00000000-0000-0000-0000-000000000000}"/>
          </ac:spMkLst>
        </pc:spChg>
        <pc:spChg chg="add mod">
          <ac:chgData name="Mr. Himmu" userId="b09b5b51d18eb658" providerId="LiveId" clId="{12635415-A27E-40A9-8B48-82A8CAB0BCFB}" dt="2026-09-09T09:10:08.568" v="76"/>
          <ac:spMkLst>
            <pc:docMk/>
            <pc:sldMk cId="3248728221" sldId="261"/>
            <ac:spMk id="18" creationId="{00000000-0000-0000-0000-000000000000}"/>
          </ac:spMkLst>
        </pc:spChg>
        <pc:spChg chg="add mod">
          <ac:chgData name="Mr. Himmu" userId="b09b5b51d18eb658" providerId="LiveId" clId="{12635415-A27E-40A9-8B48-82A8CAB0BCFB}" dt="2026-09-09T09:10:08.568" v="76"/>
          <ac:spMkLst>
            <pc:docMk/>
            <pc:sldMk cId="3248728221" sldId="261"/>
            <ac:spMk id="19" creationId="{00000000-0000-0000-0000-000000000000}"/>
          </ac:spMkLst>
        </pc:spChg>
        <pc:spChg chg="add mod">
          <ac:chgData name="Mr. Himmu" userId="b09b5b51d18eb658" providerId="LiveId" clId="{12635415-A27E-40A9-8B48-82A8CAB0BCFB}" dt="2026-09-09T09:10:08.568" v="76"/>
          <ac:spMkLst>
            <pc:docMk/>
            <pc:sldMk cId="3248728221" sldId="261"/>
            <ac:spMk id="20" creationId="{00000000-0000-0000-0000-000000000000}"/>
          </ac:spMkLst>
        </pc:spChg>
        <pc:spChg chg="add mod">
          <ac:chgData name="Mr. Himmu" userId="b09b5b51d18eb658" providerId="LiveId" clId="{12635415-A27E-40A9-8B48-82A8CAB0BCFB}" dt="2026-09-09T09:10:08.568" v="76"/>
          <ac:spMkLst>
            <pc:docMk/>
            <pc:sldMk cId="3248728221" sldId="261"/>
            <ac:spMk id="21" creationId="{00000000-0000-0000-0000-000000000000}"/>
          </ac:spMkLst>
        </pc:spChg>
        <pc:spChg chg="add mod">
          <ac:chgData name="Mr. Himmu" userId="b09b5b51d18eb658" providerId="LiveId" clId="{12635415-A27E-40A9-8B48-82A8CAB0BCFB}" dt="2026-09-09T09:10:08.568" v="76"/>
          <ac:spMkLst>
            <pc:docMk/>
            <pc:sldMk cId="3248728221" sldId="261"/>
            <ac:spMk id="22" creationId="{00000000-0000-0000-0000-000000000000}"/>
          </ac:spMkLst>
        </pc:spChg>
        <pc:spChg chg="add mod">
          <ac:chgData name="Mr. Himmu" userId="b09b5b51d18eb658" providerId="LiveId" clId="{12635415-A27E-40A9-8B48-82A8CAB0BCFB}" dt="2026-09-09T09:10:08.568" v="76"/>
          <ac:spMkLst>
            <pc:docMk/>
            <pc:sldMk cId="3248728221" sldId="261"/>
            <ac:spMk id="23" creationId="{00000000-0000-0000-0000-000000000000}"/>
          </ac:spMkLst>
        </pc:spChg>
        <pc:spChg chg="add mod">
          <ac:chgData name="Mr. Himmu" userId="b09b5b51d18eb658" providerId="LiveId" clId="{12635415-A27E-40A9-8B48-82A8CAB0BCFB}" dt="2026-09-09T09:10:08.568" v="76"/>
          <ac:spMkLst>
            <pc:docMk/>
            <pc:sldMk cId="3248728221" sldId="261"/>
            <ac:spMk id="24" creationId="{00000000-0000-0000-0000-000000000000}"/>
          </ac:spMkLst>
        </pc:spChg>
        <pc:spChg chg="add mod">
          <ac:chgData name="Mr. Himmu" userId="b09b5b51d18eb658" providerId="LiveId" clId="{12635415-A27E-40A9-8B48-82A8CAB0BCFB}" dt="2026-09-09T09:10:08.568" v="76"/>
          <ac:spMkLst>
            <pc:docMk/>
            <pc:sldMk cId="3248728221" sldId="261"/>
            <ac:spMk id="25" creationId="{00000000-0000-0000-0000-000000000000}"/>
          </ac:spMkLst>
        </pc:spChg>
        <pc:spChg chg="add mod">
          <ac:chgData name="Mr. Himmu" userId="b09b5b51d18eb658" providerId="LiveId" clId="{12635415-A27E-40A9-8B48-82A8CAB0BCFB}" dt="2026-09-09T09:10:08.568" v="76"/>
          <ac:spMkLst>
            <pc:docMk/>
            <pc:sldMk cId="3248728221" sldId="261"/>
            <ac:spMk id="26" creationId="{00000000-0000-0000-0000-000000000000}"/>
          </ac:spMkLst>
        </pc:spChg>
        <pc:spChg chg="add mod">
          <ac:chgData name="Mr. Himmu" userId="b09b5b51d18eb658" providerId="LiveId" clId="{12635415-A27E-40A9-8B48-82A8CAB0BCFB}" dt="2026-09-09T09:10:08.568" v="76"/>
          <ac:spMkLst>
            <pc:docMk/>
            <pc:sldMk cId="3248728221" sldId="261"/>
            <ac:spMk id="27" creationId="{00000000-0000-0000-0000-000000000000}"/>
          </ac:spMkLst>
        </pc:spChg>
        <pc:spChg chg="add mod">
          <ac:chgData name="Mr. Himmu" userId="b09b5b51d18eb658" providerId="LiveId" clId="{12635415-A27E-40A9-8B48-82A8CAB0BCFB}" dt="2026-09-09T09:10:08.568" v="76"/>
          <ac:spMkLst>
            <pc:docMk/>
            <pc:sldMk cId="3248728221" sldId="261"/>
            <ac:spMk id="28" creationId="{00000000-0000-0000-0000-000000000000}"/>
          </ac:spMkLst>
        </pc:spChg>
        <pc:spChg chg="add mod">
          <ac:chgData name="Mr. Himmu" userId="b09b5b51d18eb658" providerId="LiveId" clId="{12635415-A27E-40A9-8B48-82A8CAB0BCFB}" dt="2026-09-09T09:10:08.568" v="76"/>
          <ac:spMkLst>
            <pc:docMk/>
            <pc:sldMk cId="3248728221" sldId="261"/>
            <ac:spMk id="29" creationId="{00000000-0000-0000-0000-000000000000}"/>
          </ac:spMkLst>
        </pc:spChg>
        <pc:spChg chg="add mod">
          <ac:chgData name="Mr. Himmu" userId="b09b5b51d18eb658" providerId="LiveId" clId="{12635415-A27E-40A9-8B48-82A8CAB0BCFB}" dt="2026-09-09T09:10:08.568" v="76"/>
          <ac:spMkLst>
            <pc:docMk/>
            <pc:sldMk cId="3248728221" sldId="261"/>
            <ac:spMk id="30" creationId="{00000000-0000-0000-0000-000000000000}"/>
          </ac:spMkLst>
        </pc:spChg>
        <pc:spChg chg="add mod">
          <ac:chgData name="Mr. Himmu" userId="b09b5b51d18eb658" providerId="LiveId" clId="{12635415-A27E-40A9-8B48-82A8CAB0BCFB}" dt="2026-09-09T09:10:08.568" v="76"/>
          <ac:spMkLst>
            <pc:docMk/>
            <pc:sldMk cId="3248728221" sldId="261"/>
            <ac:spMk id="31" creationId="{00000000-0000-0000-0000-000000000000}"/>
          </ac:spMkLst>
        </pc:spChg>
        <pc:spChg chg="add mod">
          <ac:chgData name="Mr. Himmu" userId="b09b5b51d18eb658" providerId="LiveId" clId="{12635415-A27E-40A9-8B48-82A8CAB0BCFB}" dt="2026-09-09T09:10:08.568" v="76"/>
          <ac:spMkLst>
            <pc:docMk/>
            <pc:sldMk cId="3248728221" sldId="261"/>
            <ac:spMk id="32" creationId="{00000000-0000-0000-0000-000000000000}"/>
          </ac:spMkLst>
        </pc:spChg>
      </pc:sldChg>
      <pc:sldChg chg="new del">
        <pc:chgData name="Mr. Himmu" userId="b09b5b51d18eb658" providerId="LiveId" clId="{12635415-A27E-40A9-8B48-82A8CAB0BCFB}" dt="2026-09-09T09:13:31.278" v="80" actId="2696"/>
        <pc:sldMkLst>
          <pc:docMk/>
          <pc:sldMk cId="3384799922" sldId="262"/>
        </pc:sldMkLst>
      </pc:sldChg>
      <pc:sldChg chg="addSp delSp modSp new del mod">
        <pc:chgData name="Mr. Himmu" userId="b09b5b51d18eb658" providerId="LiveId" clId="{12635415-A27E-40A9-8B48-82A8CAB0BCFB}" dt="2026-09-22T08:43:36.100" v="3479" actId="2696"/>
        <pc:sldMkLst>
          <pc:docMk/>
          <pc:sldMk cId="2083463769" sldId="263"/>
        </pc:sldMkLst>
        <pc:spChg chg="add del mod">
          <ac:chgData name="Mr. Himmu" userId="b09b5b51d18eb658" providerId="LiveId" clId="{12635415-A27E-40A9-8B48-82A8CAB0BCFB}" dt="2026-09-21T10:10:57.309" v="131" actId="21"/>
          <ac:spMkLst>
            <pc:docMk/>
            <pc:sldMk cId="2083463769" sldId="263"/>
            <ac:spMk id="2" creationId="{00000000-0000-0000-0000-000000000000}"/>
          </ac:spMkLst>
        </pc:spChg>
        <pc:spChg chg="add del mod">
          <ac:chgData name="Mr. Himmu" userId="b09b5b51d18eb658" providerId="LiveId" clId="{12635415-A27E-40A9-8B48-82A8CAB0BCFB}" dt="2026-09-21T10:10:57.309" v="131" actId="21"/>
          <ac:spMkLst>
            <pc:docMk/>
            <pc:sldMk cId="2083463769" sldId="263"/>
            <ac:spMk id="3" creationId="{00000000-0000-0000-0000-000000000000}"/>
          </ac:spMkLst>
        </pc:spChg>
        <pc:spChg chg="add del mod">
          <ac:chgData name="Mr. Himmu" userId="b09b5b51d18eb658" providerId="LiveId" clId="{12635415-A27E-40A9-8B48-82A8CAB0BCFB}" dt="2026-09-21T10:10:57.309" v="131" actId="21"/>
          <ac:spMkLst>
            <pc:docMk/>
            <pc:sldMk cId="2083463769" sldId="263"/>
            <ac:spMk id="4" creationId="{00000000-0000-0000-0000-000000000000}"/>
          </ac:spMkLst>
        </pc:spChg>
        <pc:spChg chg="add del mod">
          <ac:chgData name="Mr. Himmu" userId="b09b5b51d18eb658" providerId="LiveId" clId="{12635415-A27E-40A9-8B48-82A8CAB0BCFB}" dt="2026-09-21T10:10:57.309" v="131" actId="21"/>
          <ac:spMkLst>
            <pc:docMk/>
            <pc:sldMk cId="2083463769" sldId="263"/>
            <ac:spMk id="5" creationId="{00000000-0000-0000-0000-000000000000}"/>
          </ac:spMkLst>
        </pc:spChg>
        <pc:spChg chg="add del mod">
          <ac:chgData name="Mr. Himmu" userId="b09b5b51d18eb658" providerId="LiveId" clId="{12635415-A27E-40A9-8B48-82A8CAB0BCFB}" dt="2026-09-21T10:10:57.309" v="131" actId="21"/>
          <ac:spMkLst>
            <pc:docMk/>
            <pc:sldMk cId="2083463769" sldId="263"/>
            <ac:spMk id="6" creationId="{00000000-0000-0000-0000-000000000000}"/>
          </ac:spMkLst>
        </pc:spChg>
        <pc:spChg chg="add del mod">
          <ac:chgData name="Mr. Himmu" userId="b09b5b51d18eb658" providerId="LiveId" clId="{12635415-A27E-40A9-8B48-82A8CAB0BCFB}" dt="2026-09-21T10:10:57.309" v="131" actId="21"/>
          <ac:spMkLst>
            <pc:docMk/>
            <pc:sldMk cId="2083463769" sldId="263"/>
            <ac:spMk id="7" creationId="{00000000-0000-0000-0000-000000000000}"/>
          </ac:spMkLst>
        </pc:spChg>
        <pc:spChg chg="add del mod">
          <ac:chgData name="Mr. Himmu" userId="b09b5b51d18eb658" providerId="LiveId" clId="{12635415-A27E-40A9-8B48-82A8CAB0BCFB}" dt="2026-09-21T10:10:57.309" v="131" actId="21"/>
          <ac:spMkLst>
            <pc:docMk/>
            <pc:sldMk cId="2083463769" sldId="263"/>
            <ac:spMk id="8" creationId="{00000000-0000-0000-0000-000000000000}"/>
          </ac:spMkLst>
        </pc:spChg>
        <pc:spChg chg="add del mod">
          <ac:chgData name="Mr. Himmu" userId="b09b5b51d18eb658" providerId="LiveId" clId="{12635415-A27E-40A9-8B48-82A8CAB0BCFB}" dt="2026-09-21T10:10:57.309" v="131" actId="21"/>
          <ac:spMkLst>
            <pc:docMk/>
            <pc:sldMk cId="2083463769" sldId="263"/>
            <ac:spMk id="9" creationId="{00000000-0000-0000-0000-000000000000}"/>
          </ac:spMkLst>
        </pc:spChg>
        <pc:spChg chg="add del mod">
          <ac:chgData name="Mr. Himmu" userId="b09b5b51d18eb658" providerId="LiveId" clId="{12635415-A27E-40A9-8B48-82A8CAB0BCFB}" dt="2026-09-21T10:10:57.309" v="131" actId="21"/>
          <ac:spMkLst>
            <pc:docMk/>
            <pc:sldMk cId="2083463769" sldId="263"/>
            <ac:spMk id="10" creationId="{00000000-0000-0000-0000-000000000000}"/>
          </ac:spMkLst>
        </pc:spChg>
        <pc:spChg chg="add del mod">
          <ac:chgData name="Mr. Himmu" userId="b09b5b51d18eb658" providerId="LiveId" clId="{12635415-A27E-40A9-8B48-82A8CAB0BCFB}" dt="2026-09-21T10:10:57.309" v="131" actId="21"/>
          <ac:spMkLst>
            <pc:docMk/>
            <pc:sldMk cId="2083463769" sldId="263"/>
            <ac:spMk id="11" creationId="{00000000-0000-0000-0000-000000000000}"/>
          </ac:spMkLst>
        </pc:spChg>
        <pc:spChg chg="add del mod">
          <ac:chgData name="Mr. Himmu" userId="b09b5b51d18eb658" providerId="LiveId" clId="{12635415-A27E-40A9-8B48-82A8CAB0BCFB}" dt="2026-09-21T10:10:57.309" v="131" actId="21"/>
          <ac:spMkLst>
            <pc:docMk/>
            <pc:sldMk cId="2083463769" sldId="263"/>
            <ac:spMk id="12" creationId="{00000000-0000-0000-0000-000000000000}"/>
          </ac:spMkLst>
        </pc:spChg>
        <pc:spChg chg="add del mod">
          <ac:chgData name="Mr. Himmu" userId="b09b5b51d18eb658" providerId="LiveId" clId="{12635415-A27E-40A9-8B48-82A8CAB0BCFB}" dt="2026-09-21T10:10:57.309" v="131" actId="21"/>
          <ac:spMkLst>
            <pc:docMk/>
            <pc:sldMk cId="2083463769" sldId="263"/>
            <ac:spMk id="13" creationId="{00000000-0000-0000-0000-000000000000}"/>
          </ac:spMkLst>
        </pc:spChg>
        <pc:spChg chg="add del mod">
          <ac:chgData name="Mr. Himmu" userId="b09b5b51d18eb658" providerId="LiveId" clId="{12635415-A27E-40A9-8B48-82A8CAB0BCFB}" dt="2026-09-21T10:10:57.309" v="131" actId="21"/>
          <ac:spMkLst>
            <pc:docMk/>
            <pc:sldMk cId="2083463769" sldId="263"/>
            <ac:spMk id="14" creationId="{00000000-0000-0000-0000-000000000000}"/>
          </ac:spMkLst>
        </pc:spChg>
        <pc:spChg chg="add del mod">
          <ac:chgData name="Mr. Himmu" userId="b09b5b51d18eb658" providerId="LiveId" clId="{12635415-A27E-40A9-8B48-82A8CAB0BCFB}" dt="2026-09-21T10:10:57.309" v="131" actId="21"/>
          <ac:spMkLst>
            <pc:docMk/>
            <pc:sldMk cId="2083463769" sldId="263"/>
            <ac:spMk id="15" creationId="{00000000-0000-0000-0000-000000000000}"/>
          </ac:spMkLst>
        </pc:spChg>
        <pc:spChg chg="add del mod">
          <ac:chgData name="Mr. Himmu" userId="b09b5b51d18eb658" providerId="LiveId" clId="{12635415-A27E-40A9-8B48-82A8CAB0BCFB}" dt="2026-09-21T10:10:57.309" v="131" actId="21"/>
          <ac:spMkLst>
            <pc:docMk/>
            <pc:sldMk cId="2083463769" sldId="263"/>
            <ac:spMk id="16" creationId="{00000000-0000-0000-0000-000000000000}"/>
          </ac:spMkLst>
        </pc:spChg>
        <pc:spChg chg="add del mod">
          <ac:chgData name="Mr. Himmu" userId="b09b5b51d18eb658" providerId="LiveId" clId="{12635415-A27E-40A9-8B48-82A8CAB0BCFB}" dt="2026-09-21T10:10:57.309" v="131" actId="21"/>
          <ac:spMkLst>
            <pc:docMk/>
            <pc:sldMk cId="2083463769" sldId="263"/>
            <ac:spMk id="17" creationId="{00000000-0000-0000-0000-000000000000}"/>
          </ac:spMkLst>
        </pc:spChg>
        <pc:spChg chg="add del mod">
          <ac:chgData name="Mr. Himmu" userId="b09b5b51d18eb658" providerId="LiveId" clId="{12635415-A27E-40A9-8B48-82A8CAB0BCFB}" dt="2026-09-21T10:10:57.309" v="131" actId="21"/>
          <ac:spMkLst>
            <pc:docMk/>
            <pc:sldMk cId="2083463769" sldId="263"/>
            <ac:spMk id="18" creationId="{00000000-0000-0000-0000-000000000000}"/>
          </ac:spMkLst>
        </pc:spChg>
        <pc:spChg chg="add del mod">
          <ac:chgData name="Mr. Himmu" userId="b09b5b51d18eb658" providerId="LiveId" clId="{12635415-A27E-40A9-8B48-82A8CAB0BCFB}" dt="2026-09-21T10:10:57.309" v="131" actId="21"/>
          <ac:spMkLst>
            <pc:docMk/>
            <pc:sldMk cId="2083463769" sldId="263"/>
            <ac:spMk id="19" creationId="{00000000-0000-0000-0000-000000000000}"/>
          </ac:spMkLst>
        </pc:spChg>
        <pc:spChg chg="add del mod">
          <ac:chgData name="Mr. Himmu" userId="b09b5b51d18eb658" providerId="LiveId" clId="{12635415-A27E-40A9-8B48-82A8CAB0BCFB}" dt="2026-09-21T10:10:57.309" v="131" actId="21"/>
          <ac:spMkLst>
            <pc:docMk/>
            <pc:sldMk cId="2083463769" sldId="263"/>
            <ac:spMk id="20" creationId="{00000000-0000-0000-0000-000000000000}"/>
          </ac:spMkLst>
        </pc:spChg>
        <pc:spChg chg="add del mod">
          <ac:chgData name="Mr. Himmu" userId="b09b5b51d18eb658" providerId="LiveId" clId="{12635415-A27E-40A9-8B48-82A8CAB0BCFB}" dt="2026-09-21T10:10:57.309" v="131" actId="21"/>
          <ac:spMkLst>
            <pc:docMk/>
            <pc:sldMk cId="2083463769" sldId="263"/>
            <ac:spMk id="21" creationId="{00000000-0000-0000-0000-000000000000}"/>
          </ac:spMkLst>
        </pc:spChg>
        <pc:spChg chg="add del mod">
          <ac:chgData name="Mr. Himmu" userId="b09b5b51d18eb658" providerId="LiveId" clId="{12635415-A27E-40A9-8B48-82A8CAB0BCFB}" dt="2026-09-21T10:10:57.309" v="131" actId="21"/>
          <ac:spMkLst>
            <pc:docMk/>
            <pc:sldMk cId="2083463769" sldId="263"/>
            <ac:spMk id="22" creationId="{00000000-0000-0000-0000-000000000000}"/>
          </ac:spMkLst>
        </pc:spChg>
        <pc:spChg chg="add del mod">
          <ac:chgData name="Mr. Himmu" userId="b09b5b51d18eb658" providerId="LiveId" clId="{12635415-A27E-40A9-8B48-82A8CAB0BCFB}" dt="2026-09-21T10:10:57.309" v="131" actId="21"/>
          <ac:spMkLst>
            <pc:docMk/>
            <pc:sldMk cId="2083463769" sldId="263"/>
            <ac:spMk id="23" creationId="{00000000-0000-0000-0000-000000000000}"/>
          </ac:spMkLst>
        </pc:spChg>
        <pc:spChg chg="add del mod">
          <ac:chgData name="Mr. Himmu" userId="b09b5b51d18eb658" providerId="LiveId" clId="{12635415-A27E-40A9-8B48-82A8CAB0BCFB}" dt="2026-09-21T10:10:57.309" v="131" actId="21"/>
          <ac:spMkLst>
            <pc:docMk/>
            <pc:sldMk cId="2083463769" sldId="263"/>
            <ac:spMk id="24" creationId="{00000000-0000-0000-0000-000000000000}"/>
          </ac:spMkLst>
        </pc:spChg>
        <pc:spChg chg="add del mod">
          <ac:chgData name="Mr. Himmu" userId="b09b5b51d18eb658" providerId="LiveId" clId="{12635415-A27E-40A9-8B48-82A8CAB0BCFB}" dt="2026-09-21T10:10:57.309" v="131" actId="21"/>
          <ac:spMkLst>
            <pc:docMk/>
            <pc:sldMk cId="2083463769" sldId="263"/>
            <ac:spMk id="25" creationId="{00000000-0000-0000-0000-000000000000}"/>
          </ac:spMkLst>
        </pc:spChg>
        <pc:spChg chg="add del mod">
          <ac:chgData name="Mr. Himmu" userId="b09b5b51d18eb658" providerId="LiveId" clId="{12635415-A27E-40A9-8B48-82A8CAB0BCFB}" dt="2026-09-21T10:10:57.309" v="131" actId="21"/>
          <ac:spMkLst>
            <pc:docMk/>
            <pc:sldMk cId="2083463769" sldId="263"/>
            <ac:spMk id="26" creationId="{00000000-0000-0000-0000-000000000000}"/>
          </ac:spMkLst>
        </pc:spChg>
        <pc:spChg chg="add del mod">
          <ac:chgData name="Mr. Himmu" userId="b09b5b51d18eb658" providerId="LiveId" clId="{12635415-A27E-40A9-8B48-82A8CAB0BCFB}" dt="2026-09-21T10:10:57.309" v="131" actId="21"/>
          <ac:spMkLst>
            <pc:docMk/>
            <pc:sldMk cId="2083463769" sldId="263"/>
            <ac:spMk id="27" creationId="{00000000-0000-0000-0000-000000000000}"/>
          </ac:spMkLst>
        </pc:spChg>
        <pc:spChg chg="add del mod">
          <ac:chgData name="Mr. Himmu" userId="b09b5b51d18eb658" providerId="LiveId" clId="{12635415-A27E-40A9-8B48-82A8CAB0BCFB}" dt="2026-09-21T10:10:57.309" v="131" actId="21"/>
          <ac:spMkLst>
            <pc:docMk/>
            <pc:sldMk cId="2083463769" sldId="263"/>
            <ac:spMk id="28" creationId="{00000000-0000-0000-0000-000000000000}"/>
          </ac:spMkLst>
        </pc:spChg>
        <pc:spChg chg="add del mod">
          <ac:chgData name="Mr. Himmu" userId="b09b5b51d18eb658" providerId="LiveId" clId="{12635415-A27E-40A9-8B48-82A8CAB0BCFB}" dt="2026-09-21T10:10:57.309" v="131" actId="21"/>
          <ac:spMkLst>
            <pc:docMk/>
            <pc:sldMk cId="2083463769" sldId="263"/>
            <ac:spMk id="29" creationId="{00000000-0000-0000-0000-000000000000}"/>
          </ac:spMkLst>
        </pc:spChg>
        <pc:spChg chg="add del mod">
          <ac:chgData name="Mr. Himmu" userId="b09b5b51d18eb658" providerId="LiveId" clId="{12635415-A27E-40A9-8B48-82A8CAB0BCFB}" dt="2026-09-21T10:10:57.309" v="131" actId="21"/>
          <ac:spMkLst>
            <pc:docMk/>
            <pc:sldMk cId="2083463769" sldId="263"/>
            <ac:spMk id="30" creationId="{00000000-0000-0000-0000-000000000000}"/>
          </ac:spMkLst>
        </pc:spChg>
        <pc:picChg chg="add mod">
          <ac:chgData name="Mr. Himmu" userId="b09b5b51d18eb658" providerId="LiveId" clId="{12635415-A27E-40A9-8B48-82A8CAB0BCFB}" dt="2026-09-09T09:16:48.506" v="103" actId="1076"/>
          <ac:picMkLst>
            <pc:docMk/>
            <pc:sldMk cId="2083463769" sldId="263"/>
            <ac:picMk id="1026" creationId="{DD919A42-5BC2-A064-7368-4AE2AC769FE7}"/>
          </ac:picMkLst>
        </pc:picChg>
      </pc:sldChg>
      <pc:sldChg chg="addSp delSp modSp add mod ord modTransition modAnim">
        <pc:chgData name="Mr. Himmu" userId="b09b5b51d18eb658" providerId="LiveId" clId="{12635415-A27E-40A9-8B48-82A8CAB0BCFB}" dt="2026-09-22T10:32:16.381" v="5085"/>
        <pc:sldMkLst>
          <pc:docMk/>
          <pc:sldMk cId="0" sldId="264"/>
        </pc:sldMkLst>
        <pc:spChg chg="add mod">
          <ac:chgData name="Mr. Himmu" userId="b09b5b51d18eb658" providerId="LiveId" clId="{12635415-A27E-40A9-8B48-82A8CAB0BCFB}" dt="2026-09-22T08:42:17.151" v="3477"/>
          <ac:spMkLst>
            <pc:docMk/>
            <pc:sldMk cId="0" sldId="264"/>
            <ac:spMk id="2" creationId="{09EA556A-C500-EC9D-EE11-21BD05123F10}"/>
          </ac:spMkLst>
        </pc:spChg>
        <pc:spChg chg="add del mod">
          <ac:chgData name="Mr. Himmu" userId="b09b5b51d18eb658" providerId="LiveId" clId="{12635415-A27E-40A9-8B48-82A8CAB0BCFB}" dt="2026-09-21T10:26:38.873" v="191" actId="21"/>
          <ac:spMkLst>
            <pc:docMk/>
            <pc:sldMk cId="0" sldId="264"/>
            <ac:spMk id="3" creationId="{64E11F03-154B-95BB-D049-E9BFD59C0C29}"/>
          </ac:spMkLst>
        </pc:spChg>
        <pc:spChg chg="add del mod">
          <ac:chgData name="Mr. Himmu" userId="b09b5b51d18eb658" providerId="LiveId" clId="{12635415-A27E-40A9-8B48-82A8CAB0BCFB}" dt="2026-09-22T07:36:19.346" v="2592" actId="21"/>
          <ac:spMkLst>
            <pc:docMk/>
            <pc:sldMk cId="0" sldId="264"/>
            <ac:spMk id="4" creationId="{F573BF7D-3FC7-5600-C18C-0F65B2F51B3C}"/>
          </ac:spMkLst>
        </pc:spChg>
        <pc:spChg chg="add del mod">
          <ac:chgData name="Mr. Himmu" userId="b09b5b51d18eb658" providerId="LiveId" clId="{12635415-A27E-40A9-8B48-82A8CAB0BCFB}" dt="2026-09-22T07:36:17.983" v="2591" actId="21"/>
          <ac:spMkLst>
            <pc:docMk/>
            <pc:sldMk cId="0" sldId="264"/>
            <ac:spMk id="5" creationId="{DEA41A73-0181-6A8C-25D6-663010A5835B}"/>
          </ac:spMkLst>
        </pc:spChg>
        <pc:spChg chg="add del mod">
          <ac:chgData name="Mr. Himmu" userId="b09b5b51d18eb658" providerId="LiveId" clId="{12635415-A27E-40A9-8B48-82A8CAB0BCFB}" dt="2026-09-22T07:36:11.578" v="2589" actId="21"/>
          <ac:spMkLst>
            <pc:docMk/>
            <pc:sldMk cId="0" sldId="264"/>
            <ac:spMk id="6" creationId="{E11517F9-12DF-9238-D48D-84A8A0CFFD5D}"/>
          </ac:spMkLst>
        </pc:spChg>
        <pc:spChg chg="add del mod">
          <ac:chgData name="Mr. Himmu" userId="b09b5b51d18eb658" providerId="LiveId" clId="{12635415-A27E-40A9-8B48-82A8CAB0BCFB}" dt="2026-09-22T07:36:16.188" v="2590" actId="21"/>
          <ac:spMkLst>
            <pc:docMk/>
            <pc:sldMk cId="0" sldId="264"/>
            <ac:spMk id="7" creationId="{77EA615C-B912-14C4-860B-0D40D4A1D248}"/>
          </ac:spMkLst>
        </pc:spChg>
        <pc:spChg chg="add mod">
          <ac:chgData name="Mr. Himmu" userId="b09b5b51d18eb658" providerId="LiveId" clId="{12635415-A27E-40A9-8B48-82A8CAB0BCFB}" dt="2026-09-22T08:42:17.151" v="3477"/>
          <ac:spMkLst>
            <pc:docMk/>
            <pc:sldMk cId="0" sldId="264"/>
            <ac:spMk id="8" creationId="{84266AA3-0FD8-B767-1802-B3EEACE85CAF}"/>
          </ac:spMkLst>
        </pc:spChg>
        <pc:spChg chg="add del mod">
          <ac:chgData name="Mr. Himmu" userId="b09b5b51d18eb658" providerId="LiveId" clId="{12635415-A27E-40A9-8B48-82A8CAB0BCFB}" dt="2026-09-21T10:35:38.723" v="236" actId="21"/>
          <ac:spMkLst>
            <pc:docMk/>
            <pc:sldMk cId="0" sldId="264"/>
            <ac:spMk id="8" creationId="{89F425DC-2B68-A630-A725-4E699D961828}"/>
          </ac:spMkLst>
        </pc:spChg>
        <pc:spChg chg="add mod">
          <ac:chgData name="Mr. Himmu" userId="b09b5b51d18eb658" providerId="LiveId" clId="{12635415-A27E-40A9-8B48-82A8CAB0BCFB}" dt="2026-09-22T08:42:17.151" v="3477"/>
          <ac:spMkLst>
            <pc:docMk/>
            <pc:sldMk cId="0" sldId="264"/>
            <ac:spMk id="10" creationId="{32307C66-CFCD-A9AF-48C5-894B88EC5BD7}"/>
          </ac:spMkLst>
        </pc:spChg>
        <pc:spChg chg="add del mod">
          <ac:chgData name="Mr. Himmu" userId="b09b5b51d18eb658" providerId="LiveId" clId="{12635415-A27E-40A9-8B48-82A8CAB0BCFB}" dt="2026-09-22T08:10:21.279" v="3134"/>
          <ac:spMkLst>
            <pc:docMk/>
            <pc:sldMk cId="0" sldId="264"/>
            <ac:spMk id="11" creationId="{65DC746C-B36E-91A4-68E1-7960D2F94C42}"/>
          </ac:spMkLst>
        </pc:spChg>
        <pc:spChg chg="add mod">
          <ac:chgData name="Mr. Himmu" userId="b09b5b51d18eb658" providerId="LiveId" clId="{12635415-A27E-40A9-8B48-82A8CAB0BCFB}" dt="2026-09-22T10:03:00.775" v="4692" actId="20577"/>
          <ac:spMkLst>
            <pc:docMk/>
            <pc:sldMk cId="0" sldId="264"/>
            <ac:spMk id="12" creationId="{B40D0037-46AB-35BD-45F9-82B4F803DC85}"/>
          </ac:spMkLst>
        </pc:spChg>
        <pc:spChg chg="add mod">
          <ac:chgData name="Mr. Himmu" userId="b09b5b51d18eb658" providerId="LiveId" clId="{12635415-A27E-40A9-8B48-82A8CAB0BCFB}" dt="2026-09-22T08:27:54.060" v="3311" actId="20577"/>
          <ac:spMkLst>
            <pc:docMk/>
            <pc:sldMk cId="0" sldId="264"/>
            <ac:spMk id="13" creationId="{A30DF9BA-53B3-F76D-6105-3DCCE00FF16C}"/>
          </ac:spMkLst>
        </pc:spChg>
        <pc:spChg chg="add mod">
          <ac:chgData name="Mr. Himmu" userId="b09b5b51d18eb658" providerId="LiveId" clId="{12635415-A27E-40A9-8B48-82A8CAB0BCFB}" dt="2026-09-22T08:42:17.151" v="3477"/>
          <ac:spMkLst>
            <pc:docMk/>
            <pc:sldMk cId="0" sldId="264"/>
            <ac:spMk id="14" creationId="{583470C2-45C1-CDE7-3C23-180F4376F450}"/>
          </ac:spMkLst>
        </pc:spChg>
        <pc:spChg chg="add mod">
          <ac:chgData name="Mr. Himmu" userId="b09b5b51d18eb658" providerId="LiveId" clId="{12635415-A27E-40A9-8B48-82A8CAB0BCFB}" dt="2026-09-22T08:42:17.151" v="3477"/>
          <ac:spMkLst>
            <pc:docMk/>
            <pc:sldMk cId="0" sldId="264"/>
            <ac:spMk id="15" creationId="{1E097DD4-F7D9-C02B-4367-23F617D84AE5}"/>
          </ac:spMkLst>
        </pc:spChg>
        <pc:spChg chg="add mod">
          <ac:chgData name="Mr. Himmu" userId="b09b5b51d18eb658" providerId="LiveId" clId="{12635415-A27E-40A9-8B48-82A8CAB0BCFB}" dt="2026-09-22T08:42:17.151" v="3477"/>
          <ac:spMkLst>
            <pc:docMk/>
            <pc:sldMk cId="0" sldId="264"/>
            <ac:spMk id="16" creationId="{6FE6AC96-24BD-0375-9C35-30549116DE8A}"/>
          </ac:spMkLst>
        </pc:spChg>
        <pc:spChg chg="add del mod">
          <ac:chgData name="Mr. Himmu" userId="b09b5b51d18eb658" providerId="LiveId" clId="{12635415-A27E-40A9-8B48-82A8CAB0BCFB}" dt="2026-09-22T08:42:17.151" v="3477"/>
          <ac:spMkLst>
            <pc:docMk/>
            <pc:sldMk cId="0" sldId="264"/>
            <ac:spMk id="31" creationId="{566B8B51-9DD2-236C-C3C6-2C5C8E157933}"/>
          </ac:spMkLst>
        </pc:spChg>
        <pc:spChg chg="mod">
          <ac:chgData name="Mr. Himmu" userId="b09b5b51d18eb658" providerId="LiveId" clId="{12635415-A27E-40A9-8B48-82A8CAB0BCFB}" dt="2026-09-22T08:42:17.151" v="3477"/>
          <ac:spMkLst>
            <pc:docMk/>
            <pc:sldMk cId="0" sldId="264"/>
            <ac:spMk id="32" creationId="{DC0FA756-4365-9631-76BB-DA949C1C1603}"/>
          </ac:spMkLst>
        </pc:spChg>
        <pc:spChg chg="mod">
          <ac:chgData name="Mr. Himmu" userId="b09b5b51d18eb658" providerId="LiveId" clId="{12635415-A27E-40A9-8B48-82A8CAB0BCFB}" dt="2026-09-22T08:42:17.151" v="3477"/>
          <ac:spMkLst>
            <pc:docMk/>
            <pc:sldMk cId="0" sldId="264"/>
            <ac:spMk id="33" creationId="{ED55AD92-7C72-6C3D-2097-A2135186AC13}"/>
          </ac:spMkLst>
        </pc:spChg>
        <pc:spChg chg="mod">
          <ac:chgData name="Mr. Himmu" userId="b09b5b51d18eb658" providerId="LiveId" clId="{12635415-A27E-40A9-8B48-82A8CAB0BCFB}" dt="2026-09-22T08:42:17.151" v="3477"/>
          <ac:spMkLst>
            <pc:docMk/>
            <pc:sldMk cId="0" sldId="264"/>
            <ac:spMk id="34" creationId="{52FEE923-FC6F-EB4D-C88F-42D911538662}"/>
          </ac:spMkLst>
        </pc:spChg>
        <pc:spChg chg="mod">
          <ac:chgData name="Mr. Himmu" userId="b09b5b51d18eb658" providerId="LiveId" clId="{12635415-A27E-40A9-8B48-82A8CAB0BCFB}" dt="2026-09-22T08:42:17.151" v="3477"/>
          <ac:spMkLst>
            <pc:docMk/>
            <pc:sldMk cId="0" sldId="264"/>
            <ac:spMk id="35" creationId="{78C984A6-7A3F-B698-86B8-6C2911B83B26}"/>
          </ac:spMkLst>
        </pc:spChg>
        <pc:spChg chg="mod ord">
          <ac:chgData name="Mr. Himmu" userId="b09b5b51d18eb658" providerId="LiveId" clId="{12635415-A27E-40A9-8B48-82A8CAB0BCFB}" dt="2026-09-22T08:42:17.151" v="3477"/>
          <ac:spMkLst>
            <pc:docMk/>
            <pc:sldMk cId="0" sldId="264"/>
            <ac:spMk id="36" creationId="{76924F73-5CBD-E082-3C48-62FF221570BF}"/>
          </ac:spMkLst>
        </pc:spChg>
        <pc:spChg chg="del mod">
          <ac:chgData name="Mr. Himmu" userId="b09b5b51d18eb658" providerId="LiveId" clId="{12635415-A27E-40A9-8B48-82A8CAB0BCFB}" dt="2026-09-22T08:07:02.291" v="3118" actId="21"/>
          <ac:spMkLst>
            <pc:docMk/>
            <pc:sldMk cId="0" sldId="264"/>
            <ac:spMk id="37" creationId="{B45DC00C-9F1D-8764-937C-C44BC1A3F4A4}"/>
          </ac:spMkLst>
        </pc:spChg>
        <pc:spChg chg="del mod">
          <ac:chgData name="Mr. Himmu" userId="b09b5b51d18eb658" providerId="LiveId" clId="{12635415-A27E-40A9-8B48-82A8CAB0BCFB}" dt="2026-09-22T08:07:02.291" v="3118" actId="21"/>
          <ac:spMkLst>
            <pc:docMk/>
            <pc:sldMk cId="0" sldId="264"/>
            <ac:spMk id="38" creationId="{CC3E58D1-37AA-BF28-474F-C6586FCA493C}"/>
          </ac:spMkLst>
        </pc:spChg>
        <pc:spChg chg="mod">
          <ac:chgData name="Mr. Himmu" userId="b09b5b51d18eb658" providerId="LiveId" clId="{12635415-A27E-40A9-8B48-82A8CAB0BCFB}" dt="2026-09-22T08:42:17.151" v="3477"/>
          <ac:spMkLst>
            <pc:docMk/>
            <pc:sldMk cId="0" sldId="264"/>
            <ac:spMk id="39" creationId="{B032B45B-6595-0C84-120F-CD39D66CDA22}"/>
          </ac:spMkLst>
        </pc:spChg>
        <pc:spChg chg="del mod">
          <ac:chgData name="Mr. Himmu" userId="b09b5b51d18eb658" providerId="LiveId" clId="{12635415-A27E-40A9-8B48-82A8CAB0BCFB}" dt="2026-09-22T08:30:07.606" v="3322" actId="21"/>
          <ac:spMkLst>
            <pc:docMk/>
            <pc:sldMk cId="0" sldId="264"/>
            <ac:spMk id="40" creationId="{B2386E8C-A6CA-859C-1294-5C86940E1333}"/>
          </ac:spMkLst>
        </pc:spChg>
        <pc:spChg chg="mod">
          <ac:chgData name="Mr. Himmu" userId="b09b5b51d18eb658" providerId="LiveId" clId="{12635415-A27E-40A9-8B48-82A8CAB0BCFB}" dt="2026-09-22T08:42:17.151" v="3477"/>
          <ac:spMkLst>
            <pc:docMk/>
            <pc:sldMk cId="0" sldId="264"/>
            <ac:spMk id="41" creationId="{8BF88A91-25D0-DC65-7CE2-A6AEF5538479}"/>
          </ac:spMkLst>
        </pc:spChg>
        <pc:spChg chg="mod">
          <ac:chgData name="Mr. Himmu" userId="b09b5b51d18eb658" providerId="LiveId" clId="{12635415-A27E-40A9-8B48-82A8CAB0BCFB}" dt="2026-09-22T08:42:17.151" v="3477"/>
          <ac:spMkLst>
            <pc:docMk/>
            <pc:sldMk cId="0" sldId="264"/>
            <ac:spMk id="42" creationId="{7A937830-1AFC-DBCA-C546-F3DCD25EAAA5}"/>
          </ac:spMkLst>
        </pc:spChg>
        <pc:spChg chg="add del mod">
          <ac:chgData name="Mr. Himmu" userId="b09b5b51d18eb658" providerId="LiveId" clId="{12635415-A27E-40A9-8B48-82A8CAB0BCFB}" dt="2026-09-22T08:42:17.151" v="3477"/>
          <ac:spMkLst>
            <pc:docMk/>
            <pc:sldMk cId="0" sldId="264"/>
            <ac:spMk id="43" creationId="{083C7BFE-2FF3-FCDD-B288-8C320E80CB4C}"/>
          </ac:spMkLst>
        </pc:spChg>
        <pc:spChg chg="add del mod">
          <ac:chgData name="Mr. Himmu" userId="b09b5b51d18eb658" providerId="LiveId" clId="{12635415-A27E-40A9-8B48-82A8CAB0BCFB}" dt="2026-09-22T08:42:17.151" v="3477"/>
          <ac:spMkLst>
            <pc:docMk/>
            <pc:sldMk cId="0" sldId="264"/>
            <ac:spMk id="44" creationId="{60D7A3D7-B591-E767-6E9E-3CD7C641F75B}"/>
          </ac:spMkLst>
        </pc:spChg>
        <pc:spChg chg="mod">
          <ac:chgData name="Mr. Himmu" userId="b09b5b51d18eb658" providerId="LiveId" clId="{12635415-A27E-40A9-8B48-82A8CAB0BCFB}" dt="2026-09-22T08:42:17.151" v="3477"/>
          <ac:spMkLst>
            <pc:docMk/>
            <pc:sldMk cId="0" sldId="264"/>
            <ac:spMk id="45" creationId="{33AF7294-051E-A173-2289-A7201DFAB282}"/>
          </ac:spMkLst>
        </pc:spChg>
        <pc:spChg chg="mod">
          <ac:chgData name="Mr. Himmu" userId="b09b5b51d18eb658" providerId="LiveId" clId="{12635415-A27E-40A9-8B48-82A8CAB0BCFB}" dt="2026-09-22T08:42:17.151" v="3477"/>
          <ac:spMkLst>
            <pc:docMk/>
            <pc:sldMk cId="0" sldId="264"/>
            <ac:spMk id="46" creationId="{B8E236AC-6056-95E0-4B4E-4420DC6EF932}"/>
          </ac:spMkLst>
        </pc:spChg>
        <pc:spChg chg="del mod">
          <ac:chgData name="Mr. Himmu" userId="b09b5b51d18eb658" providerId="LiveId" clId="{12635415-A27E-40A9-8B48-82A8CAB0BCFB}" dt="2026-09-22T08:32:44.660" v="3369" actId="21"/>
          <ac:spMkLst>
            <pc:docMk/>
            <pc:sldMk cId="0" sldId="264"/>
            <ac:spMk id="47" creationId="{40BFD6E6-915A-D5D9-8369-D788FBC647D7}"/>
          </ac:spMkLst>
        </pc:spChg>
        <pc:spChg chg="mod">
          <ac:chgData name="Mr. Himmu" userId="b09b5b51d18eb658" providerId="LiveId" clId="{12635415-A27E-40A9-8B48-82A8CAB0BCFB}" dt="2026-09-22T08:42:17.151" v="3477"/>
          <ac:spMkLst>
            <pc:docMk/>
            <pc:sldMk cId="0" sldId="264"/>
            <ac:spMk id="48" creationId="{69175B76-2E31-873A-AAF4-27FE1546340D}"/>
          </ac:spMkLst>
        </pc:spChg>
        <pc:spChg chg="del mod">
          <ac:chgData name="Mr. Himmu" userId="b09b5b51d18eb658" providerId="LiveId" clId="{12635415-A27E-40A9-8B48-82A8CAB0BCFB}" dt="2026-09-22T08:30:00.150" v="3319" actId="21"/>
          <ac:spMkLst>
            <pc:docMk/>
            <pc:sldMk cId="0" sldId="264"/>
            <ac:spMk id="49" creationId="{BAD0FC19-2D82-436A-F777-24592EF052CC}"/>
          </ac:spMkLst>
        </pc:spChg>
        <pc:spChg chg="del mod">
          <ac:chgData name="Mr. Himmu" userId="b09b5b51d18eb658" providerId="LiveId" clId="{12635415-A27E-40A9-8B48-82A8CAB0BCFB}" dt="2026-09-22T08:31:26.740" v="3341" actId="21"/>
          <ac:spMkLst>
            <pc:docMk/>
            <pc:sldMk cId="0" sldId="264"/>
            <ac:spMk id="50" creationId="{E096CAB7-E747-FC01-F427-AB3FD0A23633}"/>
          </ac:spMkLst>
        </pc:spChg>
        <pc:spChg chg="add del mod">
          <ac:chgData name="Mr. Himmu" userId="b09b5b51d18eb658" providerId="LiveId" clId="{12635415-A27E-40A9-8B48-82A8CAB0BCFB}" dt="2026-09-22T08:41:00.555" v="3463" actId="1076"/>
          <ac:spMkLst>
            <pc:docMk/>
            <pc:sldMk cId="0" sldId="264"/>
            <ac:spMk id="51" creationId="{B18C1A65-8110-741A-2C49-948C9F6DDBFA}"/>
          </ac:spMkLst>
        </pc:spChg>
        <pc:spChg chg="add del mod">
          <ac:chgData name="Mr. Himmu" userId="b09b5b51d18eb658" providerId="LiveId" clId="{12635415-A27E-40A9-8B48-82A8CAB0BCFB}" dt="2026-09-22T08:42:17.151" v="3477"/>
          <ac:spMkLst>
            <pc:docMk/>
            <pc:sldMk cId="0" sldId="264"/>
            <ac:spMk id="52" creationId="{43990509-AE20-8BD9-08C2-87A44995A2BC}"/>
          </ac:spMkLst>
        </pc:spChg>
        <pc:spChg chg="mod">
          <ac:chgData name="Mr. Himmu" userId="b09b5b51d18eb658" providerId="LiveId" clId="{12635415-A27E-40A9-8B48-82A8CAB0BCFB}" dt="2026-09-22T08:42:17.151" v="3477"/>
          <ac:spMkLst>
            <pc:docMk/>
            <pc:sldMk cId="0" sldId="264"/>
            <ac:spMk id="53" creationId="{410A96E6-7E3A-D66F-0F29-14F06DD1E7B4}"/>
          </ac:spMkLst>
        </pc:spChg>
        <pc:spChg chg="mod">
          <ac:chgData name="Mr. Himmu" userId="b09b5b51d18eb658" providerId="LiveId" clId="{12635415-A27E-40A9-8B48-82A8CAB0BCFB}" dt="2026-09-22T08:42:17.151" v="3477"/>
          <ac:spMkLst>
            <pc:docMk/>
            <pc:sldMk cId="0" sldId="264"/>
            <ac:spMk id="54" creationId="{491F297F-2B1D-522C-C6BF-F6B14DA70B2D}"/>
          </ac:spMkLst>
        </pc:spChg>
        <pc:spChg chg="mod">
          <ac:chgData name="Mr. Himmu" userId="b09b5b51d18eb658" providerId="LiveId" clId="{12635415-A27E-40A9-8B48-82A8CAB0BCFB}" dt="2026-09-22T08:42:17.151" v="3477"/>
          <ac:spMkLst>
            <pc:docMk/>
            <pc:sldMk cId="0" sldId="264"/>
            <ac:spMk id="55" creationId="{0311E3EC-F6F3-834C-1BF5-761073191D07}"/>
          </ac:spMkLst>
        </pc:spChg>
        <pc:spChg chg="mod">
          <ac:chgData name="Mr. Himmu" userId="b09b5b51d18eb658" providerId="LiveId" clId="{12635415-A27E-40A9-8B48-82A8CAB0BCFB}" dt="2026-09-22T08:42:17.151" v="3477"/>
          <ac:spMkLst>
            <pc:docMk/>
            <pc:sldMk cId="0" sldId="264"/>
            <ac:spMk id="56" creationId="{DD3BBE3B-B431-208C-F0A6-31884EEC80C6}"/>
          </ac:spMkLst>
        </pc:spChg>
        <pc:spChg chg="mod">
          <ac:chgData name="Mr. Himmu" userId="b09b5b51d18eb658" providerId="LiveId" clId="{12635415-A27E-40A9-8B48-82A8CAB0BCFB}" dt="2026-09-22T08:42:17.151" v="3477"/>
          <ac:spMkLst>
            <pc:docMk/>
            <pc:sldMk cId="0" sldId="264"/>
            <ac:spMk id="57" creationId="{FEB2B0BE-D092-D2DD-AF8F-AD7B6C25389A}"/>
          </ac:spMkLst>
        </pc:spChg>
        <pc:spChg chg="mod">
          <ac:chgData name="Mr. Himmu" userId="b09b5b51d18eb658" providerId="LiveId" clId="{12635415-A27E-40A9-8B48-82A8CAB0BCFB}" dt="2026-09-22T08:42:17.151" v="3477"/>
          <ac:spMkLst>
            <pc:docMk/>
            <pc:sldMk cId="0" sldId="264"/>
            <ac:spMk id="58" creationId="{79BD00E5-4048-4968-A401-6CE13B940181}"/>
          </ac:spMkLst>
        </pc:spChg>
        <pc:spChg chg="add del mod">
          <ac:chgData name="Mr. Himmu" userId="b09b5b51d18eb658" providerId="LiveId" clId="{12635415-A27E-40A9-8B48-82A8CAB0BCFB}" dt="2026-09-22T08:42:17.151" v="3477"/>
          <ac:spMkLst>
            <pc:docMk/>
            <pc:sldMk cId="0" sldId="264"/>
            <ac:spMk id="59" creationId="{A07B0560-7F00-5CD9-55E0-D43C75BA1F7B}"/>
          </ac:spMkLst>
        </pc:spChg>
        <pc:spChg chg="add del mod">
          <ac:chgData name="Mr. Himmu" userId="b09b5b51d18eb658" providerId="LiveId" clId="{12635415-A27E-40A9-8B48-82A8CAB0BCFB}" dt="2026-09-22T08:42:17.151" v="3477"/>
          <ac:spMkLst>
            <pc:docMk/>
            <pc:sldMk cId="0" sldId="264"/>
            <ac:spMk id="60" creationId="{48A06F58-2D3F-0DAB-2B15-9198185CB1C0}"/>
          </ac:spMkLst>
        </pc:spChg>
        <pc:picChg chg="add mod">
          <ac:chgData name="Mr. Himmu" userId="b09b5b51d18eb658" providerId="LiveId" clId="{12635415-A27E-40A9-8B48-82A8CAB0BCFB}" dt="2026-09-21T10:19:48.545" v="150" actId="167"/>
          <ac:picMkLst>
            <pc:docMk/>
            <pc:sldMk cId="0" sldId="264"/>
            <ac:picMk id="2" creationId="{0B7C3A36-64BC-F20E-3FF9-422359FA479F}"/>
          </ac:picMkLst>
        </pc:picChg>
      </pc:sldChg>
      <pc:sldChg chg="addSp delSp modSp add mod ord modAnim">
        <pc:chgData name="Mr. Himmu" userId="b09b5b51d18eb658" providerId="LiveId" clId="{12635415-A27E-40A9-8B48-82A8CAB0BCFB}" dt="2026-09-22T10:20:38.250" v="5022"/>
        <pc:sldMkLst>
          <pc:docMk/>
          <pc:sldMk cId="0" sldId="265"/>
        </pc:sldMkLst>
        <pc:spChg chg="mod">
          <ac:chgData name="Mr. Himmu" userId="b09b5b51d18eb658" providerId="LiveId" clId="{12635415-A27E-40A9-8B48-82A8CAB0BCFB}" dt="2026-09-22T10:05:28.850" v="4710" actId="207"/>
          <ac:spMkLst>
            <pc:docMk/>
            <pc:sldMk cId="0" sldId="265"/>
            <ac:spMk id="6" creationId="{00000000-0000-0000-0000-000000000000}"/>
          </ac:spMkLst>
        </pc:spChg>
        <pc:spChg chg="mod">
          <ac:chgData name="Mr. Himmu" userId="b09b5b51d18eb658" providerId="LiveId" clId="{12635415-A27E-40A9-8B48-82A8CAB0BCFB}" dt="2026-09-22T10:05:49.364" v="4716" actId="207"/>
          <ac:spMkLst>
            <pc:docMk/>
            <pc:sldMk cId="0" sldId="265"/>
            <ac:spMk id="9" creationId="{00000000-0000-0000-0000-000000000000}"/>
          </ac:spMkLst>
        </pc:spChg>
        <pc:spChg chg="mod">
          <ac:chgData name="Mr. Himmu" userId="b09b5b51d18eb658" providerId="LiveId" clId="{12635415-A27E-40A9-8B48-82A8CAB0BCFB}" dt="2026-09-22T10:05:41.570" v="4715" actId="207"/>
          <ac:spMkLst>
            <pc:docMk/>
            <pc:sldMk cId="0" sldId="265"/>
            <ac:spMk id="12" creationId="{00000000-0000-0000-0000-000000000000}"/>
          </ac:spMkLst>
        </pc:spChg>
        <pc:spChg chg="mod">
          <ac:chgData name="Mr. Himmu" userId="b09b5b51d18eb658" providerId="LiveId" clId="{12635415-A27E-40A9-8B48-82A8CAB0BCFB}" dt="2026-09-22T10:05:33.898" v="4712" actId="207"/>
          <ac:spMkLst>
            <pc:docMk/>
            <pc:sldMk cId="0" sldId="265"/>
            <ac:spMk id="15" creationId="{00000000-0000-0000-0000-000000000000}"/>
          </ac:spMkLst>
        </pc:spChg>
        <pc:spChg chg="mod">
          <ac:chgData name="Mr. Himmu" userId="b09b5b51d18eb658" providerId="LiveId" clId="{12635415-A27E-40A9-8B48-82A8CAB0BCFB}" dt="2026-09-22T10:05:37.938" v="4714" actId="207"/>
          <ac:spMkLst>
            <pc:docMk/>
            <pc:sldMk cId="0" sldId="265"/>
            <ac:spMk id="18" creationId="{00000000-0000-0000-0000-000000000000}"/>
          </ac:spMkLst>
        </pc:spChg>
        <pc:spChg chg="mod">
          <ac:chgData name="Mr. Himmu" userId="b09b5b51d18eb658" providerId="LiveId" clId="{12635415-A27E-40A9-8B48-82A8CAB0BCFB}" dt="2026-09-22T10:05:09.947" v="4709" actId="20577"/>
          <ac:spMkLst>
            <pc:docMk/>
            <pc:sldMk cId="0" sldId="265"/>
            <ac:spMk id="19" creationId="{00000000-0000-0000-0000-000000000000}"/>
          </ac:spMkLst>
        </pc:spChg>
        <pc:spChg chg="mod">
          <ac:chgData name="Mr. Himmu" userId="b09b5b51d18eb658" providerId="LiveId" clId="{12635415-A27E-40A9-8B48-82A8CAB0BCFB}" dt="2026-09-22T10:05:35.547" v="4713" actId="207"/>
          <ac:spMkLst>
            <pc:docMk/>
            <pc:sldMk cId="0" sldId="265"/>
            <ac:spMk id="21" creationId="{00000000-0000-0000-0000-000000000000}"/>
          </ac:spMkLst>
        </pc:spChg>
        <pc:spChg chg="add del mod">
          <ac:chgData name="Mr. Himmu" userId="b09b5b51d18eb658" providerId="LiveId" clId="{12635415-A27E-40A9-8B48-82A8CAB0BCFB}" dt="2026-09-22T09:07:07.770" v="3677"/>
          <ac:spMkLst>
            <pc:docMk/>
            <pc:sldMk cId="0" sldId="265"/>
            <ac:spMk id="28" creationId="{53135BD6-46D2-4A17-1C52-D0ABB3C945EA}"/>
          </ac:spMkLst>
        </pc:spChg>
        <pc:spChg chg="add del mod">
          <ac:chgData name="Mr. Himmu" userId="b09b5b51d18eb658" providerId="LiveId" clId="{12635415-A27E-40A9-8B48-82A8CAB0BCFB}" dt="2026-09-22T09:08:42.098" v="3682" actId="21"/>
          <ac:spMkLst>
            <pc:docMk/>
            <pc:sldMk cId="0" sldId="265"/>
            <ac:spMk id="29" creationId="{086422E3-FB35-C579-9830-BC2A1F74E8B8}"/>
          </ac:spMkLst>
        </pc:spChg>
        <pc:spChg chg="add mod">
          <ac:chgData name="Mr. Himmu" userId="b09b5b51d18eb658" providerId="LiveId" clId="{12635415-A27E-40A9-8B48-82A8CAB0BCFB}" dt="2026-09-22T10:01:56.054" v="4673" actId="20577"/>
          <ac:spMkLst>
            <pc:docMk/>
            <pc:sldMk cId="0" sldId="265"/>
            <ac:spMk id="30" creationId="{DC9FE845-F182-C4E1-6BD6-F42F1944A306}"/>
          </ac:spMkLst>
        </pc:spChg>
      </pc:sldChg>
      <pc:sldChg chg="addSp delSp modSp add del mod ord modTransition">
        <pc:chgData name="Mr. Himmu" userId="b09b5b51d18eb658" providerId="LiveId" clId="{12635415-A27E-40A9-8B48-82A8CAB0BCFB}" dt="2026-09-22T09:05:45.807" v="3668" actId="2696"/>
        <pc:sldMkLst>
          <pc:docMk/>
          <pc:sldMk cId="2322319280" sldId="265"/>
        </pc:sldMkLst>
        <pc:spChg chg="add del mod">
          <ac:chgData name="Mr. Himmu" userId="b09b5b51d18eb658" providerId="LiveId" clId="{12635415-A27E-40A9-8B48-82A8CAB0BCFB}" dt="2026-09-22T08:18:04.147" v="3207" actId="21"/>
          <ac:spMkLst>
            <pc:docMk/>
            <pc:sldMk cId="2322319280" sldId="265"/>
            <ac:spMk id="2" creationId="{00000000-0000-0000-0000-000000000000}"/>
          </ac:spMkLst>
        </pc:spChg>
        <pc:spChg chg="add del mod">
          <ac:chgData name="Mr. Himmu" userId="b09b5b51d18eb658" providerId="LiveId" clId="{12635415-A27E-40A9-8B48-82A8CAB0BCFB}" dt="2026-09-22T08:18:04.147" v="3207" actId="21"/>
          <ac:spMkLst>
            <pc:docMk/>
            <pc:sldMk cId="2322319280" sldId="265"/>
            <ac:spMk id="3" creationId="{00000000-0000-0000-0000-000000000000}"/>
          </ac:spMkLst>
        </pc:spChg>
        <pc:spChg chg="add del mod">
          <ac:chgData name="Mr. Himmu" userId="b09b5b51d18eb658" providerId="LiveId" clId="{12635415-A27E-40A9-8B48-82A8CAB0BCFB}" dt="2026-09-22T08:18:04.147" v="3207" actId="21"/>
          <ac:spMkLst>
            <pc:docMk/>
            <pc:sldMk cId="2322319280" sldId="265"/>
            <ac:spMk id="4" creationId="{00000000-0000-0000-0000-000000000000}"/>
          </ac:spMkLst>
        </pc:spChg>
        <pc:spChg chg="add del mod">
          <ac:chgData name="Mr. Himmu" userId="b09b5b51d18eb658" providerId="LiveId" clId="{12635415-A27E-40A9-8B48-82A8CAB0BCFB}" dt="2026-09-22T08:18:04.147" v="3207" actId="21"/>
          <ac:spMkLst>
            <pc:docMk/>
            <pc:sldMk cId="2322319280" sldId="265"/>
            <ac:spMk id="6" creationId="{00000000-0000-0000-0000-000000000000}"/>
          </ac:spMkLst>
        </pc:spChg>
        <pc:spChg chg="add del mod">
          <ac:chgData name="Mr. Himmu" userId="b09b5b51d18eb658" providerId="LiveId" clId="{12635415-A27E-40A9-8B48-82A8CAB0BCFB}" dt="2026-09-22T08:18:04.147" v="3207" actId="21"/>
          <ac:spMkLst>
            <pc:docMk/>
            <pc:sldMk cId="2322319280" sldId="265"/>
            <ac:spMk id="7" creationId="{00000000-0000-0000-0000-000000000000}"/>
          </ac:spMkLst>
        </pc:spChg>
        <pc:spChg chg="add del mod">
          <ac:chgData name="Mr. Himmu" userId="b09b5b51d18eb658" providerId="LiveId" clId="{12635415-A27E-40A9-8B48-82A8CAB0BCFB}" dt="2026-09-22T08:18:04.147" v="3207" actId="21"/>
          <ac:spMkLst>
            <pc:docMk/>
            <pc:sldMk cId="2322319280" sldId="265"/>
            <ac:spMk id="8" creationId="{00000000-0000-0000-0000-000000000000}"/>
          </ac:spMkLst>
        </pc:spChg>
        <pc:spChg chg="add del mod">
          <ac:chgData name="Mr. Himmu" userId="b09b5b51d18eb658" providerId="LiveId" clId="{12635415-A27E-40A9-8B48-82A8CAB0BCFB}" dt="2026-09-22T08:18:04.147" v="3207" actId="21"/>
          <ac:spMkLst>
            <pc:docMk/>
            <pc:sldMk cId="2322319280" sldId="265"/>
            <ac:spMk id="9" creationId="{00000000-0000-0000-0000-000000000000}"/>
          </ac:spMkLst>
        </pc:spChg>
        <pc:spChg chg="add del mod">
          <ac:chgData name="Mr. Himmu" userId="b09b5b51d18eb658" providerId="LiveId" clId="{12635415-A27E-40A9-8B48-82A8CAB0BCFB}" dt="2026-09-22T08:18:04.147" v="3207" actId="21"/>
          <ac:spMkLst>
            <pc:docMk/>
            <pc:sldMk cId="2322319280" sldId="265"/>
            <ac:spMk id="10" creationId="{00000000-0000-0000-0000-000000000000}"/>
          </ac:spMkLst>
        </pc:spChg>
        <pc:spChg chg="add del mod">
          <ac:chgData name="Mr. Himmu" userId="b09b5b51d18eb658" providerId="LiveId" clId="{12635415-A27E-40A9-8B48-82A8CAB0BCFB}" dt="2026-09-22T08:18:04.147" v="3207" actId="21"/>
          <ac:spMkLst>
            <pc:docMk/>
            <pc:sldMk cId="2322319280" sldId="265"/>
            <ac:spMk id="11" creationId="{00000000-0000-0000-0000-000000000000}"/>
          </ac:spMkLst>
        </pc:spChg>
        <pc:spChg chg="add del mod">
          <ac:chgData name="Mr. Himmu" userId="b09b5b51d18eb658" providerId="LiveId" clId="{12635415-A27E-40A9-8B48-82A8CAB0BCFB}" dt="2026-09-22T08:18:04.147" v="3207" actId="21"/>
          <ac:spMkLst>
            <pc:docMk/>
            <pc:sldMk cId="2322319280" sldId="265"/>
            <ac:spMk id="12" creationId="{00000000-0000-0000-0000-000000000000}"/>
          </ac:spMkLst>
        </pc:spChg>
        <pc:spChg chg="add del mod">
          <ac:chgData name="Mr. Himmu" userId="b09b5b51d18eb658" providerId="LiveId" clId="{12635415-A27E-40A9-8B48-82A8CAB0BCFB}" dt="2026-09-22T08:18:04.147" v="3207" actId="21"/>
          <ac:spMkLst>
            <pc:docMk/>
            <pc:sldMk cId="2322319280" sldId="265"/>
            <ac:spMk id="13" creationId="{00000000-0000-0000-0000-000000000000}"/>
          </ac:spMkLst>
        </pc:spChg>
        <pc:spChg chg="add del mod">
          <ac:chgData name="Mr. Himmu" userId="b09b5b51d18eb658" providerId="LiveId" clId="{12635415-A27E-40A9-8B48-82A8CAB0BCFB}" dt="2026-09-22T08:18:04.147" v="3207" actId="21"/>
          <ac:spMkLst>
            <pc:docMk/>
            <pc:sldMk cId="2322319280" sldId="265"/>
            <ac:spMk id="14" creationId="{00000000-0000-0000-0000-000000000000}"/>
          </ac:spMkLst>
        </pc:spChg>
        <pc:spChg chg="add">
          <ac:chgData name="Mr. Himmu" userId="b09b5b51d18eb658" providerId="LiveId" clId="{12635415-A27E-40A9-8B48-82A8CAB0BCFB}" dt="2026-09-22T08:28:05.238" v="3312"/>
          <ac:spMkLst>
            <pc:docMk/>
            <pc:sldMk cId="2322319280" sldId="265"/>
            <ac:spMk id="16" creationId="{362DD6E0-B46E-32B8-F497-26148D25F441}"/>
          </ac:spMkLst>
        </pc:spChg>
        <pc:picChg chg="del mod">
          <ac:chgData name="Mr. Himmu" userId="b09b5b51d18eb658" providerId="LiveId" clId="{12635415-A27E-40A9-8B48-82A8CAB0BCFB}" dt="2026-09-22T08:18:04.147" v="3207" actId="21"/>
          <ac:picMkLst>
            <pc:docMk/>
            <pc:sldMk cId="2322319280" sldId="265"/>
            <ac:picMk id="5" creationId="{00000000-0000-0000-0000-000000000000}"/>
          </ac:picMkLst>
        </pc:picChg>
        <pc:picChg chg="add mod">
          <ac:chgData name="Mr. Himmu" userId="b09b5b51d18eb658" providerId="LiveId" clId="{12635415-A27E-40A9-8B48-82A8CAB0BCFB}" dt="2026-09-22T09:00:43.491" v="3629" actId="14100"/>
          <ac:picMkLst>
            <pc:docMk/>
            <pc:sldMk cId="2322319280" sldId="265"/>
            <ac:picMk id="15" creationId="{00000000-0000-0000-0000-000000000000}"/>
          </ac:picMkLst>
        </pc:picChg>
        <pc:picChg chg="del">
          <ac:chgData name="Mr. Himmu" userId="b09b5b51d18eb658" providerId="LiveId" clId="{12635415-A27E-40A9-8B48-82A8CAB0BCFB}" dt="2026-09-22T06:10:41.882" v="2508" actId="21"/>
          <ac:picMkLst>
            <pc:docMk/>
            <pc:sldMk cId="2322319280" sldId="265"/>
            <ac:picMk id="1026" creationId="{0E1BC8B1-00D8-535F-9173-859733B0165E}"/>
          </ac:picMkLst>
        </pc:picChg>
      </pc:sldChg>
      <pc:sldChg chg="addSp modSp new mod">
        <pc:chgData name="Mr. Himmu" userId="b09b5b51d18eb658" providerId="LiveId" clId="{12635415-A27E-40A9-8B48-82A8CAB0BCFB}" dt="2026-09-21T10:17:53.986" v="148"/>
        <pc:sldMkLst>
          <pc:docMk/>
          <pc:sldMk cId="2322319280" sldId="265"/>
        </pc:sldMkLst>
        <pc:spChg chg="add mod">
          <ac:chgData name="Mr. Himmu" userId="b09b5b51d18eb658" providerId="LiveId" clId="{12635415-A27E-40A9-8B48-82A8CAB0BCFB}" dt="2026-09-21T10:17:53.986" v="148"/>
          <ac:spMkLst>
            <pc:docMk/>
            <pc:sldMk cId="2322319280" sldId="265"/>
            <ac:spMk id="2" creationId="{22782376-4938-93CD-DD2F-3A58518DD4FE}"/>
          </ac:spMkLst>
        </pc:spChg>
        <pc:spChg chg="add mod">
          <ac:chgData name="Mr. Himmu" userId="b09b5b51d18eb658" providerId="LiveId" clId="{12635415-A27E-40A9-8B48-82A8CAB0BCFB}" dt="2026-09-21T10:17:53.986" v="148"/>
          <ac:spMkLst>
            <pc:docMk/>
            <pc:sldMk cId="2322319280" sldId="265"/>
            <ac:spMk id="3" creationId="{80CBCC87-A143-B63A-1363-C475463B25AB}"/>
          </ac:spMkLst>
        </pc:spChg>
        <pc:spChg chg="add mod">
          <ac:chgData name="Mr. Himmu" userId="b09b5b51d18eb658" providerId="LiveId" clId="{12635415-A27E-40A9-8B48-82A8CAB0BCFB}" dt="2026-09-21T10:17:53.986" v="148"/>
          <ac:spMkLst>
            <pc:docMk/>
            <pc:sldMk cId="2322319280" sldId="265"/>
            <ac:spMk id="4" creationId="{0FF620FF-AF05-57DD-B748-E87D20625633}"/>
          </ac:spMkLst>
        </pc:spChg>
        <pc:spChg chg="add mod">
          <ac:chgData name="Mr. Himmu" userId="b09b5b51d18eb658" providerId="LiveId" clId="{12635415-A27E-40A9-8B48-82A8CAB0BCFB}" dt="2026-09-21T10:17:53.986" v="148"/>
          <ac:spMkLst>
            <pc:docMk/>
            <pc:sldMk cId="2322319280" sldId="265"/>
            <ac:spMk id="6" creationId="{E69E4D94-264F-D993-F6E3-B8D67BB5EF9C}"/>
          </ac:spMkLst>
        </pc:spChg>
        <pc:spChg chg="add mod">
          <ac:chgData name="Mr. Himmu" userId="b09b5b51d18eb658" providerId="LiveId" clId="{12635415-A27E-40A9-8B48-82A8CAB0BCFB}" dt="2026-09-21T10:17:53.986" v="148"/>
          <ac:spMkLst>
            <pc:docMk/>
            <pc:sldMk cId="2322319280" sldId="265"/>
            <ac:spMk id="7" creationId="{8A02AE42-740B-2961-B63C-1EC6BEEDE044}"/>
          </ac:spMkLst>
        </pc:spChg>
        <pc:spChg chg="add mod">
          <ac:chgData name="Mr. Himmu" userId="b09b5b51d18eb658" providerId="LiveId" clId="{12635415-A27E-40A9-8B48-82A8CAB0BCFB}" dt="2026-09-21T10:17:53.986" v="148"/>
          <ac:spMkLst>
            <pc:docMk/>
            <pc:sldMk cId="2322319280" sldId="265"/>
            <ac:spMk id="8" creationId="{31C170D9-90F7-1341-E5BA-2DAB5FBAC479}"/>
          </ac:spMkLst>
        </pc:spChg>
        <pc:spChg chg="add mod">
          <ac:chgData name="Mr. Himmu" userId="b09b5b51d18eb658" providerId="LiveId" clId="{12635415-A27E-40A9-8B48-82A8CAB0BCFB}" dt="2026-09-21T10:17:53.986" v="148"/>
          <ac:spMkLst>
            <pc:docMk/>
            <pc:sldMk cId="2322319280" sldId="265"/>
            <ac:spMk id="9" creationId="{9BA5BCE7-AC38-EA14-9342-DF805FAF839B}"/>
          </ac:spMkLst>
        </pc:spChg>
        <pc:spChg chg="add mod">
          <ac:chgData name="Mr. Himmu" userId="b09b5b51d18eb658" providerId="LiveId" clId="{12635415-A27E-40A9-8B48-82A8CAB0BCFB}" dt="2026-09-21T10:17:53.986" v="148"/>
          <ac:spMkLst>
            <pc:docMk/>
            <pc:sldMk cId="2322319280" sldId="265"/>
            <ac:spMk id="10" creationId="{B6B939BE-BFCA-AA35-1749-259CAD85D60F}"/>
          </ac:spMkLst>
        </pc:spChg>
        <pc:spChg chg="add mod">
          <ac:chgData name="Mr. Himmu" userId="b09b5b51d18eb658" providerId="LiveId" clId="{12635415-A27E-40A9-8B48-82A8CAB0BCFB}" dt="2026-09-21T10:17:53.986" v="148"/>
          <ac:spMkLst>
            <pc:docMk/>
            <pc:sldMk cId="2322319280" sldId="265"/>
            <ac:spMk id="11" creationId="{9C4DA9DB-9F8C-CA0A-1E17-E9199C2A4FA1}"/>
          </ac:spMkLst>
        </pc:spChg>
        <pc:spChg chg="add mod">
          <ac:chgData name="Mr. Himmu" userId="b09b5b51d18eb658" providerId="LiveId" clId="{12635415-A27E-40A9-8B48-82A8CAB0BCFB}" dt="2026-09-21T10:17:53.986" v="148"/>
          <ac:spMkLst>
            <pc:docMk/>
            <pc:sldMk cId="2322319280" sldId="265"/>
            <ac:spMk id="12" creationId="{63AD1B66-B623-D933-2559-4A33B180A7BE}"/>
          </ac:spMkLst>
        </pc:spChg>
        <pc:spChg chg="add mod">
          <ac:chgData name="Mr. Himmu" userId="b09b5b51d18eb658" providerId="LiveId" clId="{12635415-A27E-40A9-8B48-82A8CAB0BCFB}" dt="2026-09-21T10:17:53.986" v="148"/>
          <ac:spMkLst>
            <pc:docMk/>
            <pc:sldMk cId="2322319280" sldId="265"/>
            <ac:spMk id="13" creationId="{52E5178F-E2E8-216C-FE25-BAC495B28095}"/>
          </ac:spMkLst>
        </pc:spChg>
        <pc:spChg chg="add mod">
          <ac:chgData name="Mr. Himmu" userId="b09b5b51d18eb658" providerId="LiveId" clId="{12635415-A27E-40A9-8B48-82A8CAB0BCFB}" dt="2026-09-21T10:17:53.986" v="148"/>
          <ac:spMkLst>
            <pc:docMk/>
            <pc:sldMk cId="2322319280" sldId="265"/>
            <ac:spMk id="14" creationId="{DA75B54B-8AAA-3057-CB15-B878D1F23123}"/>
          </ac:spMkLst>
        </pc:spChg>
        <pc:spChg chg="add mod">
          <ac:chgData name="Mr. Himmu" userId="b09b5b51d18eb658" providerId="LiveId" clId="{12635415-A27E-40A9-8B48-82A8CAB0BCFB}" dt="2026-09-21T10:17:53.986" v="148"/>
          <ac:spMkLst>
            <pc:docMk/>
            <pc:sldMk cId="2322319280" sldId="265"/>
            <ac:spMk id="15" creationId="{AF1061D5-508A-81C7-CD8F-9F926CE6D481}"/>
          </ac:spMkLst>
        </pc:spChg>
        <pc:spChg chg="add mod">
          <ac:chgData name="Mr. Himmu" userId="b09b5b51d18eb658" providerId="LiveId" clId="{12635415-A27E-40A9-8B48-82A8CAB0BCFB}" dt="2026-09-21T10:17:53.986" v="148"/>
          <ac:spMkLst>
            <pc:docMk/>
            <pc:sldMk cId="2322319280" sldId="265"/>
            <ac:spMk id="16" creationId="{A23B3AEC-45A3-4E60-0A2B-0D586458EBB0}"/>
          </ac:spMkLst>
        </pc:spChg>
        <pc:spChg chg="add mod">
          <ac:chgData name="Mr. Himmu" userId="b09b5b51d18eb658" providerId="LiveId" clId="{12635415-A27E-40A9-8B48-82A8CAB0BCFB}" dt="2026-09-21T10:17:53.986" v="148"/>
          <ac:spMkLst>
            <pc:docMk/>
            <pc:sldMk cId="2322319280" sldId="265"/>
            <ac:spMk id="17" creationId="{0B0213F9-1E38-B206-6295-380C693808D7}"/>
          </ac:spMkLst>
        </pc:spChg>
        <pc:spChg chg="add mod">
          <ac:chgData name="Mr. Himmu" userId="b09b5b51d18eb658" providerId="LiveId" clId="{12635415-A27E-40A9-8B48-82A8CAB0BCFB}" dt="2026-09-21T10:17:53.986" v="148"/>
          <ac:spMkLst>
            <pc:docMk/>
            <pc:sldMk cId="2322319280" sldId="265"/>
            <ac:spMk id="18" creationId="{0F4EE957-8909-7940-ABA7-6D0983A82B01}"/>
          </ac:spMkLst>
        </pc:spChg>
        <pc:spChg chg="add mod">
          <ac:chgData name="Mr. Himmu" userId="b09b5b51d18eb658" providerId="LiveId" clId="{12635415-A27E-40A9-8B48-82A8CAB0BCFB}" dt="2026-09-21T10:17:53.986" v="148"/>
          <ac:spMkLst>
            <pc:docMk/>
            <pc:sldMk cId="2322319280" sldId="265"/>
            <ac:spMk id="19" creationId="{54861B21-0A86-A2BE-F7CD-2A54543BCFC0}"/>
          </ac:spMkLst>
        </pc:spChg>
        <pc:spChg chg="add mod">
          <ac:chgData name="Mr. Himmu" userId="b09b5b51d18eb658" providerId="LiveId" clId="{12635415-A27E-40A9-8B48-82A8CAB0BCFB}" dt="2026-09-21T10:17:53.986" v="148"/>
          <ac:spMkLst>
            <pc:docMk/>
            <pc:sldMk cId="2322319280" sldId="265"/>
            <ac:spMk id="20" creationId="{64708F5E-BC5A-7513-BA13-1421F55928F2}"/>
          </ac:spMkLst>
        </pc:spChg>
        <pc:spChg chg="add mod">
          <ac:chgData name="Mr. Himmu" userId="b09b5b51d18eb658" providerId="LiveId" clId="{12635415-A27E-40A9-8B48-82A8CAB0BCFB}" dt="2026-09-21T10:17:53.986" v="148"/>
          <ac:spMkLst>
            <pc:docMk/>
            <pc:sldMk cId="2322319280" sldId="265"/>
            <ac:spMk id="21" creationId="{9156F2D6-2444-68C1-FD7C-DCD9ABD39C90}"/>
          </ac:spMkLst>
        </pc:spChg>
        <pc:spChg chg="add mod">
          <ac:chgData name="Mr. Himmu" userId="b09b5b51d18eb658" providerId="LiveId" clId="{12635415-A27E-40A9-8B48-82A8CAB0BCFB}" dt="2026-09-21T10:17:53.986" v="148"/>
          <ac:spMkLst>
            <pc:docMk/>
            <pc:sldMk cId="2322319280" sldId="265"/>
            <ac:spMk id="22" creationId="{4A7F20BC-5B9A-13CE-15B4-53603022D2A8}"/>
          </ac:spMkLst>
        </pc:spChg>
        <pc:spChg chg="add mod">
          <ac:chgData name="Mr. Himmu" userId="b09b5b51d18eb658" providerId="LiveId" clId="{12635415-A27E-40A9-8B48-82A8CAB0BCFB}" dt="2026-09-21T10:17:53.986" v="148"/>
          <ac:spMkLst>
            <pc:docMk/>
            <pc:sldMk cId="2322319280" sldId="265"/>
            <ac:spMk id="23" creationId="{01D1185E-8AC4-E4C1-B85F-AFC446C2183E}"/>
          </ac:spMkLst>
        </pc:spChg>
        <pc:picChg chg="add mod">
          <ac:chgData name="Mr. Himmu" userId="b09b5b51d18eb658" providerId="LiveId" clId="{12635415-A27E-40A9-8B48-82A8CAB0BCFB}" dt="2026-09-21T10:17:34.451" v="145" actId="1076"/>
          <ac:picMkLst>
            <pc:docMk/>
            <pc:sldMk cId="2322319280" sldId="265"/>
            <ac:picMk id="5" creationId="{00000000-0000-0000-0000-000000000000}"/>
          </ac:picMkLst>
        </pc:picChg>
        <pc:picChg chg="add mod">
          <ac:chgData name="Mr. Himmu" userId="b09b5b51d18eb658" providerId="LiveId" clId="{12635415-A27E-40A9-8B48-82A8CAB0BCFB}" dt="2026-09-21T10:17:41.634" v="147" actId="167"/>
          <ac:picMkLst>
            <pc:docMk/>
            <pc:sldMk cId="2322319280" sldId="265"/>
            <ac:picMk id="1026" creationId="{0E1BC8B1-00D8-535F-9173-859733B0165E}"/>
          </ac:picMkLst>
        </pc:picChg>
      </pc:sldChg>
      <pc:sldChg chg="addSp delSp modSp add del mod modAnim">
        <pc:chgData name="Mr. Himmu" userId="b09b5b51d18eb658" providerId="LiveId" clId="{12635415-A27E-40A9-8B48-82A8CAB0BCFB}" dt="2026-09-22T10:24:40.891" v="5044" actId="207"/>
        <pc:sldMkLst>
          <pc:docMk/>
          <pc:sldMk cId="559639198" sldId="266"/>
        </pc:sldMkLst>
        <pc:spChg chg="del">
          <ac:chgData name="Mr. Himmu" userId="b09b5b51d18eb658" providerId="LiveId" clId="{12635415-A27E-40A9-8B48-82A8CAB0BCFB}" dt="2026-09-22T09:11:37.865" v="3695" actId="478"/>
          <ac:spMkLst>
            <pc:docMk/>
            <pc:sldMk cId="559639198" sldId="266"/>
            <ac:spMk id="2" creationId="{00000000-0000-0000-0000-000000000000}"/>
          </ac:spMkLst>
        </pc:spChg>
        <pc:spChg chg="del">
          <ac:chgData name="Mr. Himmu" userId="b09b5b51d18eb658" providerId="LiveId" clId="{12635415-A27E-40A9-8B48-82A8CAB0BCFB}" dt="2026-09-22T09:11:37.865" v="3695" actId="478"/>
          <ac:spMkLst>
            <pc:docMk/>
            <pc:sldMk cId="559639198" sldId="266"/>
            <ac:spMk id="3" creationId="{00000000-0000-0000-0000-000000000000}"/>
          </ac:spMkLst>
        </pc:spChg>
        <pc:spChg chg="del">
          <ac:chgData name="Mr. Himmu" userId="b09b5b51d18eb658" providerId="LiveId" clId="{12635415-A27E-40A9-8B48-82A8CAB0BCFB}" dt="2026-09-22T09:11:37.865" v="3695" actId="478"/>
          <ac:spMkLst>
            <pc:docMk/>
            <pc:sldMk cId="559639198" sldId="266"/>
            <ac:spMk id="4" creationId="{00000000-0000-0000-0000-000000000000}"/>
          </ac:spMkLst>
        </pc:spChg>
        <pc:spChg chg="del">
          <ac:chgData name="Mr. Himmu" userId="b09b5b51d18eb658" providerId="LiveId" clId="{12635415-A27E-40A9-8B48-82A8CAB0BCFB}" dt="2026-09-22T09:11:37.865" v="3695" actId="478"/>
          <ac:spMkLst>
            <pc:docMk/>
            <pc:sldMk cId="559639198" sldId="266"/>
            <ac:spMk id="5" creationId="{00000000-0000-0000-0000-000000000000}"/>
          </ac:spMkLst>
        </pc:spChg>
        <pc:spChg chg="del">
          <ac:chgData name="Mr. Himmu" userId="b09b5b51d18eb658" providerId="LiveId" clId="{12635415-A27E-40A9-8B48-82A8CAB0BCFB}" dt="2026-09-22T09:11:37.865" v="3695" actId="478"/>
          <ac:spMkLst>
            <pc:docMk/>
            <pc:sldMk cId="559639198" sldId="266"/>
            <ac:spMk id="6" creationId="{00000000-0000-0000-0000-000000000000}"/>
          </ac:spMkLst>
        </pc:spChg>
        <pc:spChg chg="del">
          <ac:chgData name="Mr. Himmu" userId="b09b5b51d18eb658" providerId="LiveId" clId="{12635415-A27E-40A9-8B48-82A8CAB0BCFB}" dt="2026-09-22T09:11:37.865" v="3695" actId="478"/>
          <ac:spMkLst>
            <pc:docMk/>
            <pc:sldMk cId="559639198" sldId="266"/>
            <ac:spMk id="7" creationId="{00000000-0000-0000-0000-000000000000}"/>
          </ac:spMkLst>
        </pc:spChg>
        <pc:spChg chg="del">
          <ac:chgData name="Mr. Himmu" userId="b09b5b51d18eb658" providerId="LiveId" clId="{12635415-A27E-40A9-8B48-82A8CAB0BCFB}" dt="2026-09-22T09:11:37.865" v="3695" actId="478"/>
          <ac:spMkLst>
            <pc:docMk/>
            <pc:sldMk cId="559639198" sldId="266"/>
            <ac:spMk id="8" creationId="{00000000-0000-0000-0000-000000000000}"/>
          </ac:spMkLst>
        </pc:spChg>
        <pc:spChg chg="del">
          <ac:chgData name="Mr. Himmu" userId="b09b5b51d18eb658" providerId="LiveId" clId="{12635415-A27E-40A9-8B48-82A8CAB0BCFB}" dt="2026-09-22T09:11:37.865" v="3695" actId="478"/>
          <ac:spMkLst>
            <pc:docMk/>
            <pc:sldMk cId="559639198" sldId="266"/>
            <ac:spMk id="9" creationId="{00000000-0000-0000-0000-000000000000}"/>
          </ac:spMkLst>
        </pc:spChg>
        <pc:spChg chg="add mod ord">
          <ac:chgData name="Mr. Himmu" userId="b09b5b51d18eb658" providerId="LiveId" clId="{12635415-A27E-40A9-8B48-82A8CAB0BCFB}" dt="2026-09-22T10:23:23.359" v="5038" actId="207"/>
          <ac:spMkLst>
            <pc:docMk/>
            <pc:sldMk cId="559639198" sldId="266"/>
            <ac:spMk id="11" creationId="{1608A628-CAE9-F646-DF68-CB3871174AD5}"/>
          </ac:spMkLst>
        </pc:spChg>
        <pc:spChg chg="add mod">
          <ac:chgData name="Mr. Himmu" userId="b09b5b51d18eb658" providerId="LiveId" clId="{12635415-A27E-40A9-8B48-82A8CAB0BCFB}" dt="2026-09-22T10:01:38.735" v="4665" actId="20577"/>
          <ac:spMkLst>
            <pc:docMk/>
            <pc:sldMk cId="559639198" sldId="266"/>
            <ac:spMk id="12" creationId="{E7F89B02-3ADA-93B1-FE1C-AFE9CA447E54}"/>
          </ac:spMkLst>
        </pc:spChg>
        <pc:spChg chg="add mod">
          <ac:chgData name="Mr. Himmu" userId="b09b5b51d18eb658" providerId="LiveId" clId="{12635415-A27E-40A9-8B48-82A8CAB0BCFB}" dt="2026-09-22T09:25:48.627" v="4578" actId="207"/>
          <ac:spMkLst>
            <pc:docMk/>
            <pc:sldMk cId="559639198" sldId="266"/>
            <ac:spMk id="19" creationId="{00000000-0000-0000-0000-000000000000}"/>
          </ac:spMkLst>
        </pc:spChg>
        <pc:spChg chg="add mod">
          <ac:chgData name="Mr. Himmu" userId="b09b5b51d18eb658" providerId="LiveId" clId="{12635415-A27E-40A9-8B48-82A8CAB0BCFB}" dt="2026-09-22T10:24:40.891" v="5044" actId="207"/>
          <ac:spMkLst>
            <pc:docMk/>
            <pc:sldMk cId="559639198" sldId="266"/>
            <ac:spMk id="20" creationId="{00000000-0000-0000-0000-000000000000}"/>
          </ac:spMkLst>
        </pc:spChg>
      </pc:sldChg>
      <pc:sldChg chg="new del">
        <pc:chgData name="Mr. Himmu" userId="b09b5b51d18eb658" providerId="LiveId" clId="{12635415-A27E-40A9-8B48-82A8CAB0BCFB}" dt="2026-09-21T10:35:15.438" v="234" actId="2696"/>
        <pc:sldMkLst>
          <pc:docMk/>
          <pc:sldMk cId="2321028519" sldId="266"/>
        </pc:sldMkLst>
      </pc:sldChg>
      <pc:sldChg chg="addSp modSp add mod setBg modAnim">
        <pc:chgData name="Mr. Himmu" userId="b09b5b51d18eb658" providerId="LiveId" clId="{12635415-A27E-40A9-8B48-82A8CAB0BCFB}" dt="2026-09-22T10:25:38.493" v="5056"/>
        <pc:sldMkLst>
          <pc:docMk/>
          <pc:sldMk cId="0" sldId="267"/>
        </pc:sldMkLst>
        <pc:spChg chg="mod">
          <ac:chgData name="Mr. Himmu" userId="b09b5b51d18eb658" providerId="LiveId" clId="{12635415-A27E-40A9-8B48-82A8CAB0BCFB}" dt="2026-09-22T09:54:07.172" v="4592" actId="207"/>
          <ac:spMkLst>
            <pc:docMk/>
            <pc:sldMk cId="0" sldId="267"/>
            <ac:spMk id="5" creationId="{00000000-0000-0000-0000-000000000000}"/>
          </ac:spMkLst>
        </pc:spChg>
        <pc:spChg chg="mod">
          <ac:chgData name="Mr. Himmu" userId="b09b5b51d18eb658" providerId="LiveId" clId="{12635415-A27E-40A9-8B48-82A8CAB0BCFB}" dt="2026-09-22T09:54:14.593" v="4593" actId="207"/>
          <ac:spMkLst>
            <pc:docMk/>
            <pc:sldMk cId="0" sldId="267"/>
            <ac:spMk id="8" creationId="{00000000-0000-0000-0000-000000000000}"/>
          </ac:spMkLst>
        </pc:spChg>
        <pc:spChg chg="mod">
          <ac:chgData name="Mr. Himmu" userId="b09b5b51d18eb658" providerId="LiveId" clId="{12635415-A27E-40A9-8B48-82A8CAB0BCFB}" dt="2026-09-22T09:54:17.444" v="4594" actId="207"/>
          <ac:spMkLst>
            <pc:docMk/>
            <pc:sldMk cId="0" sldId="267"/>
            <ac:spMk id="11" creationId="{00000000-0000-0000-0000-000000000000}"/>
          </ac:spMkLst>
        </pc:spChg>
        <pc:spChg chg="mod">
          <ac:chgData name="Mr. Himmu" userId="b09b5b51d18eb658" providerId="LiveId" clId="{12635415-A27E-40A9-8B48-82A8CAB0BCFB}" dt="2026-09-22T09:54:20.043" v="4595" actId="207"/>
          <ac:spMkLst>
            <pc:docMk/>
            <pc:sldMk cId="0" sldId="267"/>
            <ac:spMk id="14" creationId="{00000000-0000-0000-0000-000000000000}"/>
          </ac:spMkLst>
        </pc:spChg>
        <pc:spChg chg="add mod">
          <ac:chgData name="Mr. Himmu" userId="b09b5b51d18eb658" providerId="LiveId" clId="{12635415-A27E-40A9-8B48-82A8CAB0BCFB}" dt="2026-09-22T10:01:31.888" v="4661" actId="20577"/>
          <ac:spMkLst>
            <pc:docMk/>
            <pc:sldMk cId="0" sldId="267"/>
            <ac:spMk id="19" creationId="{6CF5B6E0-0778-52F5-F42F-7DEA5296EE57}"/>
          </ac:spMkLst>
        </pc:spChg>
      </pc:sldChg>
      <pc:sldChg chg="add ord">
        <pc:chgData name="Mr. Himmu" userId="b09b5b51d18eb658" providerId="LiveId" clId="{12635415-A27E-40A9-8B48-82A8CAB0BCFB}" dt="2026-09-22T10:30:15.591" v="5059"/>
        <pc:sldMkLst>
          <pc:docMk/>
          <pc:sldMk cId="0" sldId="269"/>
        </pc:sldMkLst>
      </pc:sldChg>
      <pc:sldMasterChg chg="modSldLayout">
        <pc:chgData name="Mr. Himmu" userId="b09b5b51d18eb658" providerId="LiveId" clId="{12635415-A27E-40A9-8B48-82A8CAB0BCFB}" dt="2026-09-22T09:53:20.738" v="4591"/>
        <pc:sldMasterMkLst>
          <pc:docMk/>
          <pc:sldMasterMk cId="2405087898" sldId="2147483662"/>
        </pc:sldMasterMkLst>
        <pc:sldLayoutChg chg="addSp delSp">
          <pc:chgData name="Mr. Himmu" userId="b09b5b51d18eb658" providerId="LiveId" clId="{12635415-A27E-40A9-8B48-82A8CAB0BCFB}" dt="2026-09-22T09:53:20.738" v="4591"/>
          <pc:sldLayoutMkLst>
            <pc:docMk/>
            <pc:sldMasterMk cId="2405087898" sldId="2147483662"/>
            <pc:sldLayoutMk cId="3550831516" sldId="2147483680"/>
          </pc:sldLayoutMkLst>
          <pc:spChg chg="add del">
            <ac:chgData name="Mr. Himmu" userId="b09b5b51d18eb658" providerId="LiveId" clId="{12635415-A27E-40A9-8B48-82A8CAB0BCFB}" dt="2026-09-22T09:53:20.738" v="4591"/>
            <ac:spMkLst>
              <pc:docMk/>
              <pc:sldMasterMk cId="2405087898" sldId="2147483662"/>
              <pc:sldLayoutMk cId="3550831516" sldId="2147483680"/>
              <ac:spMk id="3" creationId="{00000000-0000-0000-0000-000000000000}"/>
            </ac:spMkLst>
          </pc:spChg>
          <pc:picChg chg="add del">
            <ac:chgData name="Mr. Himmu" userId="b09b5b51d18eb658" providerId="LiveId" clId="{12635415-A27E-40A9-8B48-82A8CAB0BCFB}" dt="2026-09-22T09:53:20.738" v="4591"/>
            <ac:picMkLst>
              <pc:docMk/>
              <pc:sldMasterMk cId="2405087898" sldId="2147483662"/>
              <pc:sldLayoutMk cId="3550831516" sldId="2147483680"/>
              <ac:picMk id="2" creationId="{00000000-0000-0000-0000-000000000000}"/>
            </ac:picMkLst>
          </pc:picChg>
          <pc:picChg chg="add del">
            <ac:chgData name="Mr. Himmu" userId="b09b5b51d18eb658" providerId="LiveId" clId="{12635415-A27E-40A9-8B48-82A8CAB0BCFB}" dt="2026-09-22T09:53:20.738" v="4591"/>
            <ac:picMkLst>
              <pc:docMk/>
              <pc:sldMasterMk cId="2405087898" sldId="2147483662"/>
              <pc:sldLayoutMk cId="3550831516" sldId="2147483680"/>
              <ac:picMk id="4" creationId="{00000000-0000-0000-0000-000000000000}"/>
            </ac:picMkLst>
          </pc:picChg>
        </pc:sldLayoutChg>
      </pc:sldMasterChg>
      <pc:sldMasterChg chg="del delSldLayout">
        <pc:chgData name="Mr. Himmu" userId="b09b5b51d18eb658" providerId="LiveId" clId="{12635415-A27E-40A9-8B48-82A8CAB0BCFB}" dt="2026-09-22T09:05:45.807" v="3668" actId="2696"/>
        <pc:sldMasterMkLst>
          <pc:docMk/>
          <pc:sldMasterMk cId="4104421902" sldId="2147483679"/>
        </pc:sldMasterMkLst>
        <pc:sldLayoutChg chg="del">
          <pc:chgData name="Mr. Himmu" userId="b09b5b51d18eb658" providerId="LiveId" clId="{12635415-A27E-40A9-8B48-82A8CAB0BCFB}" dt="2026-09-22T09:05:45.807" v="3668" actId="2696"/>
          <pc:sldLayoutMkLst>
            <pc:docMk/>
            <pc:sldMasterMk cId="4104421902" sldId="2147483679"/>
            <pc:sldLayoutMk cId="2643153783" sldId="2147483680"/>
          </pc:sldLayoutMkLst>
        </pc:sldLayoutChg>
        <pc:sldLayoutChg chg="del">
          <pc:chgData name="Mr. Himmu" userId="b09b5b51d18eb658" providerId="LiveId" clId="{12635415-A27E-40A9-8B48-82A8CAB0BCFB}" dt="2026-09-22T09:05:45.807" v="3668" actId="2696"/>
          <pc:sldLayoutMkLst>
            <pc:docMk/>
            <pc:sldMasterMk cId="4104421902" sldId="2147483679"/>
            <pc:sldLayoutMk cId="4024687364" sldId="2147483681"/>
          </pc:sldLayoutMkLst>
        </pc:sldLayoutChg>
        <pc:sldLayoutChg chg="del">
          <pc:chgData name="Mr. Himmu" userId="b09b5b51d18eb658" providerId="LiveId" clId="{12635415-A27E-40A9-8B48-82A8CAB0BCFB}" dt="2026-09-22T09:05:45.807" v="3668" actId="2696"/>
          <pc:sldLayoutMkLst>
            <pc:docMk/>
            <pc:sldMasterMk cId="4104421902" sldId="2147483679"/>
            <pc:sldLayoutMk cId="3102552289" sldId="2147483682"/>
          </pc:sldLayoutMkLst>
        </pc:sldLayoutChg>
        <pc:sldLayoutChg chg="del">
          <pc:chgData name="Mr. Himmu" userId="b09b5b51d18eb658" providerId="LiveId" clId="{12635415-A27E-40A9-8B48-82A8CAB0BCFB}" dt="2026-09-22T09:05:45.807" v="3668" actId="2696"/>
          <pc:sldLayoutMkLst>
            <pc:docMk/>
            <pc:sldMasterMk cId="4104421902" sldId="2147483679"/>
            <pc:sldLayoutMk cId="772671190" sldId="2147483683"/>
          </pc:sldLayoutMkLst>
        </pc:sldLayoutChg>
        <pc:sldLayoutChg chg="del">
          <pc:chgData name="Mr. Himmu" userId="b09b5b51d18eb658" providerId="LiveId" clId="{12635415-A27E-40A9-8B48-82A8CAB0BCFB}" dt="2026-09-22T09:05:45.807" v="3668" actId="2696"/>
          <pc:sldLayoutMkLst>
            <pc:docMk/>
            <pc:sldMasterMk cId="4104421902" sldId="2147483679"/>
            <pc:sldLayoutMk cId="1471230238" sldId="2147483684"/>
          </pc:sldLayoutMkLst>
        </pc:sldLayoutChg>
        <pc:sldLayoutChg chg="del">
          <pc:chgData name="Mr. Himmu" userId="b09b5b51d18eb658" providerId="LiveId" clId="{12635415-A27E-40A9-8B48-82A8CAB0BCFB}" dt="2026-09-22T09:05:45.807" v="3668" actId="2696"/>
          <pc:sldLayoutMkLst>
            <pc:docMk/>
            <pc:sldMasterMk cId="4104421902" sldId="2147483679"/>
            <pc:sldLayoutMk cId="2535749338" sldId="2147483685"/>
          </pc:sldLayoutMkLst>
        </pc:sldLayoutChg>
        <pc:sldLayoutChg chg="del">
          <pc:chgData name="Mr. Himmu" userId="b09b5b51d18eb658" providerId="LiveId" clId="{12635415-A27E-40A9-8B48-82A8CAB0BCFB}" dt="2026-09-22T09:05:45.807" v="3668" actId="2696"/>
          <pc:sldLayoutMkLst>
            <pc:docMk/>
            <pc:sldMasterMk cId="4104421902" sldId="2147483679"/>
            <pc:sldLayoutMk cId="531627062" sldId="2147483686"/>
          </pc:sldLayoutMkLst>
        </pc:sldLayoutChg>
        <pc:sldLayoutChg chg="del">
          <pc:chgData name="Mr. Himmu" userId="b09b5b51d18eb658" providerId="LiveId" clId="{12635415-A27E-40A9-8B48-82A8CAB0BCFB}" dt="2026-09-22T09:05:45.807" v="3668" actId="2696"/>
          <pc:sldLayoutMkLst>
            <pc:docMk/>
            <pc:sldMasterMk cId="4104421902" sldId="2147483679"/>
            <pc:sldLayoutMk cId="1205035902" sldId="2147483687"/>
          </pc:sldLayoutMkLst>
        </pc:sldLayoutChg>
        <pc:sldLayoutChg chg="del">
          <pc:chgData name="Mr. Himmu" userId="b09b5b51d18eb658" providerId="LiveId" clId="{12635415-A27E-40A9-8B48-82A8CAB0BCFB}" dt="2026-09-22T09:05:45.807" v="3668" actId="2696"/>
          <pc:sldLayoutMkLst>
            <pc:docMk/>
            <pc:sldMasterMk cId="4104421902" sldId="2147483679"/>
            <pc:sldLayoutMk cId="4138515482" sldId="2147483688"/>
          </pc:sldLayoutMkLst>
        </pc:sldLayoutChg>
        <pc:sldLayoutChg chg="del">
          <pc:chgData name="Mr. Himmu" userId="b09b5b51d18eb658" providerId="LiveId" clId="{12635415-A27E-40A9-8B48-82A8CAB0BCFB}" dt="2026-09-22T09:05:45.807" v="3668" actId="2696"/>
          <pc:sldLayoutMkLst>
            <pc:docMk/>
            <pc:sldMasterMk cId="4104421902" sldId="2147483679"/>
            <pc:sldLayoutMk cId="506893857" sldId="2147483689"/>
          </pc:sldLayoutMkLst>
        </pc:sldLayoutChg>
        <pc:sldLayoutChg chg="del">
          <pc:chgData name="Mr. Himmu" userId="b09b5b51d18eb658" providerId="LiveId" clId="{12635415-A27E-40A9-8B48-82A8CAB0BCFB}" dt="2026-09-22T09:05:45.807" v="3668" actId="2696"/>
          <pc:sldLayoutMkLst>
            <pc:docMk/>
            <pc:sldMasterMk cId="4104421902" sldId="2147483679"/>
            <pc:sldLayoutMk cId="1543223749" sldId="2147483690"/>
          </pc:sldLayoutMkLst>
        </pc:sldLayoutChg>
        <pc:sldLayoutChg chg="del">
          <pc:chgData name="Mr. Himmu" userId="b09b5b51d18eb658" providerId="LiveId" clId="{12635415-A27E-40A9-8B48-82A8CAB0BCFB}" dt="2026-09-22T09:05:45.807" v="3668" actId="2696"/>
          <pc:sldLayoutMkLst>
            <pc:docMk/>
            <pc:sldMasterMk cId="4104421902" sldId="2147483679"/>
            <pc:sldLayoutMk cId="2406268986" sldId="2147483691"/>
          </pc:sldLayoutMkLst>
        </pc:sldLayoutChg>
        <pc:sldLayoutChg chg="del">
          <pc:chgData name="Mr. Himmu" userId="b09b5b51d18eb658" providerId="LiveId" clId="{12635415-A27E-40A9-8B48-82A8CAB0BCFB}" dt="2026-09-22T09:05:45.807" v="3668" actId="2696"/>
          <pc:sldLayoutMkLst>
            <pc:docMk/>
            <pc:sldMasterMk cId="4104421902" sldId="2147483679"/>
            <pc:sldLayoutMk cId="684333274" sldId="2147483692"/>
          </pc:sldLayoutMkLst>
        </pc:sldLayoutChg>
        <pc:sldLayoutChg chg="del">
          <pc:chgData name="Mr. Himmu" userId="b09b5b51d18eb658" providerId="LiveId" clId="{12635415-A27E-40A9-8B48-82A8CAB0BCFB}" dt="2026-09-22T09:05:45.807" v="3668" actId="2696"/>
          <pc:sldLayoutMkLst>
            <pc:docMk/>
            <pc:sldMasterMk cId="4104421902" sldId="2147483679"/>
            <pc:sldLayoutMk cId="3141885412" sldId="2147483693"/>
          </pc:sldLayoutMkLst>
        </pc:sldLayoutChg>
        <pc:sldLayoutChg chg="del">
          <pc:chgData name="Mr. Himmu" userId="b09b5b51d18eb658" providerId="LiveId" clId="{12635415-A27E-40A9-8B48-82A8CAB0BCFB}" dt="2026-09-22T09:05:45.807" v="3668" actId="2696"/>
          <pc:sldLayoutMkLst>
            <pc:docMk/>
            <pc:sldMasterMk cId="4104421902" sldId="2147483679"/>
            <pc:sldLayoutMk cId="2425788020" sldId="2147483694"/>
          </pc:sldLayoutMkLst>
        </pc:sldLayoutChg>
        <pc:sldLayoutChg chg="del">
          <pc:chgData name="Mr. Himmu" userId="b09b5b51d18eb658" providerId="LiveId" clId="{12635415-A27E-40A9-8B48-82A8CAB0BCFB}" dt="2026-09-22T09:05:45.807" v="3668" actId="2696"/>
          <pc:sldLayoutMkLst>
            <pc:docMk/>
            <pc:sldMasterMk cId="4104421902" sldId="2147483679"/>
            <pc:sldLayoutMk cId="1482301049" sldId="2147483695"/>
          </pc:sldLayoutMkLst>
        </pc:sldLayoutChg>
        <pc:sldLayoutChg chg="del">
          <pc:chgData name="Mr. Himmu" userId="b09b5b51d18eb658" providerId="LiveId" clId="{12635415-A27E-40A9-8B48-82A8CAB0BCFB}" dt="2026-09-22T09:05:45.807" v="3668" actId="2696"/>
          <pc:sldLayoutMkLst>
            <pc:docMk/>
            <pc:sldMasterMk cId="4104421902" sldId="2147483679"/>
            <pc:sldLayoutMk cId="1108765803" sldId="2147483696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47C793-69DF-4746-BB76-6FDB441F994E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DD0785-BA7B-4169-B70C-71A32FEB0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073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4475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1A852-21B4-713A-BA45-B7480C4F29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12D253-5CDE-3103-D88E-2F2F99167D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73DE1-F2E9-1B55-A01A-038E06EA1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6A039-00BB-448C-87AA-FDE913A245E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DE07A-E0E9-2C4F-7190-8F77A1D84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8D22A-8436-796E-AA16-DFEECD863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F3018-146C-48F0-9638-5AE8725C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616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92971-352E-66E4-CBC4-58467410B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5D00B-907A-7AB6-083F-09F4CC162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75EC5-E97E-581F-B02A-F5FCE13B6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6A039-00BB-448C-87AA-FDE913A245E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0706B-804E-956D-C642-19DE567DF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07B56-9F5F-9BC0-D2A8-EC474FB6D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F3018-146C-48F0-9638-5AE8725C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31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D0BBE-B8FE-1FD0-03B9-A85263EA6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92664D-DF1D-51E3-4D56-AEC010DE6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BB2EA-072C-62DC-6746-A47931710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6A039-00BB-448C-87AA-FDE913A245E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FFCB8-FED5-56DB-FC06-B3F7D1222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6D373-15DE-9424-C169-E56B49ECA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F3018-146C-48F0-9638-5AE8725C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082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A7D65-6224-9155-88C1-13814A984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2705E-172B-A012-92CA-CD3CCA2A7C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697265-4A7F-23F4-2C6F-028B6DEF75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71AC7E-E767-34E7-E564-F88398098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6A039-00BB-448C-87AA-FDE913A245E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29093-5405-E201-EBA5-FF8A2A7EE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D9A507-987A-9E7B-4BC6-24027B51A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F3018-146C-48F0-9638-5AE8725C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429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996EA-7B2B-E3A2-E6C7-AAF7325BA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44FE1B-59B9-2760-947D-2D9E4AA1C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D99377-D5DF-D5C9-3E60-05DF8C254E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7F6BBD-CF53-AC8C-FE6A-73D3E1F11B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E225A3-9AFC-F700-BEEA-ECBFD18142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D470CB-AE9B-1803-62FB-A3D4AF904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6A039-00BB-448C-87AA-FDE913A245E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5C818D-0424-A802-75EC-1CBD1D555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03191D-FF21-C724-7234-1989F179A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F3018-146C-48F0-9638-5AE8725C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042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98170-DCEA-D305-5136-219518F7A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E610CE-7666-9DBD-5DA7-B99795F71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6A039-00BB-448C-87AA-FDE913A245E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02151F-30A3-06B2-46CE-43BC13C69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136531-9136-0D0E-75E6-DD6F47603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F3018-146C-48F0-9638-5AE8725C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473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BE61F4-9332-2120-8AF5-4C5FB07B5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6A039-00BB-448C-87AA-FDE913A245E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449D36-CAE4-90FB-9FAD-8B303B4E7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193C41-F5D4-C944-419A-14E0BC7B1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F3018-146C-48F0-9638-5AE8725C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514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843C7-0C53-B4C8-6776-970842CC0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BAD9A-9D62-BE64-A881-C7CA8B77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EB7435-5257-4212-B611-335CEBE823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381FFB-6FDF-FE1D-2E96-868CEDC91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6A039-00BB-448C-87AA-FDE913A245E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EC64D4-C3F6-B746-B9BB-BA5AAC857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A2E9AA-F0D2-6CBC-7B09-1EB10A133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F3018-146C-48F0-9638-5AE8725C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871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38D5B-2B6F-02C1-9E1C-D0A41F71A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C5E381-BE44-2E44-5AA6-B2676D708D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9AFAA8-6BEB-B575-C5EA-4E8F4F43C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F0ACCD-7533-1EF4-077E-E353FA6E3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6A039-00BB-448C-87AA-FDE913A245E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E46E9B-1D29-169B-6E97-3ACEA40F7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E54E42-16A9-D442-B438-2F863C18A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F3018-146C-48F0-9638-5AE8725C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389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F071F-9D33-6C1B-4879-FC88C05AF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93FB29-573D-676E-6D54-09E4D76DE4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4CA62-4880-CF85-C4C0-9EE503006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6A039-00BB-448C-87AA-FDE913A245E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97DA4-8E00-3261-34F8-531C937A4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195A8-653F-48B1-C6D3-293A9ABB0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F3018-146C-48F0-9638-5AE8725C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287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65AC47-E434-9283-3686-B3F3BF6A27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C8075C-06B0-34EC-7E36-08F8497AF9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44985-C4BE-860B-6922-D88F90628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6A039-00BB-448C-87AA-FDE913A245E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6AD90-A4A5-C321-1EB3-E9E04144D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060E8-35DB-2731-7213-629C6F45D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F3018-146C-48F0-9638-5AE8725C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6139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6912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58603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6A039-00BB-448C-87AA-FDE913A245E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F3018-146C-48F0-9638-5AE8725C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8972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6A039-00BB-448C-87AA-FDE913A245E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F3018-146C-48F0-9638-5AE8725C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6481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6A039-00BB-448C-87AA-FDE913A245E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F3018-146C-48F0-9638-5AE8725C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7463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6A039-00BB-448C-87AA-FDE913A245E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F3018-146C-48F0-9638-5AE8725C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767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6A039-00BB-448C-87AA-FDE913A245E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F3018-146C-48F0-9638-5AE8725C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369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6A039-00BB-448C-87AA-FDE913A245E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F3018-146C-48F0-9638-5AE8725C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9122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6A039-00BB-448C-87AA-FDE913A245E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F3018-146C-48F0-9638-5AE8725C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2714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6A039-00BB-448C-87AA-FDE913A245E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F3018-146C-48F0-9638-5AE8725C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3617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6A039-00BB-448C-87AA-FDE913A245E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F3018-146C-48F0-9638-5AE8725C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4943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6A039-00BB-448C-87AA-FDE913A245E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F3018-146C-48F0-9638-5AE8725C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5688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6A039-00BB-448C-87AA-FDE913A245E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F3018-146C-48F0-9638-5AE8725C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2811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6A039-00BB-448C-87AA-FDE913A245E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F3018-146C-48F0-9638-5AE8725C8AD3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788078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6A039-00BB-448C-87AA-FDE913A245E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F3018-146C-48F0-9638-5AE8725C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5857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6A039-00BB-448C-87AA-FDE913A245E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F3018-146C-48F0-9638-5AE8725C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7903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6A039-00BB-448C-87AA-FDE913A245E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F3018-146C-48F0-9638-5AE8725C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6833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6A039-00BB-448C-87AA-FDE913A245E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F3018-146C-48F0-9638-5AE8725C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02226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6A039-00BB-448C-87AA-FDE913A245E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F3018-146C-48F0-9638-5AE8725C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1439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1299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16.xml"/><Relationship Id="rId21" Type="http://schemas.openxmlformats.org/officeDocument/2006/relationships/image" Target="../media/image5.png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23" Type="http://schemas.openxmlformats.org/officeDocument/2006/relationships/image" Target="../media/image7.png"/><Relationship Id="rId10" Type="http://schemas.openxmlformats.org/officeDocument/2006/relationships/slideLayout" Target="../slideLayouts/slideLayout23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Relationship Id="rId22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746E77-C47C-CDAA-14D8-A1037AA2E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A7A129-9638-20B2-ABA7-055BF1CA55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25A7E-E21D-64FD-E2D8-0033AF09D6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A6A039-00BB-448C-87AA-FDE913A245E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97510-33D5-BB52-6F81-1958331BEB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9C1E4-E215-0BC7-933B-15F98160E6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CF3018-146C-48F0-9638-5AE8725C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315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FA6A039-00BB-448C-87AA-FDE913A245E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CF3018-146C-48F0-9638-5AE8725C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7512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F4057AC-2125-5FA0-D8C2-1EF88D1B31D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68"/>
            <a:ext cx="12192000" cy="68446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9D10107F-E44F-DA9E-614A-2367A8C8EC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5251577" y="-75151"/>
            <a:ext cx="1688841" cy="121920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33360" y="246211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5233360" y="3336230"/>
            <a:ext cx="6296860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endParaRPr lang="en-US" sz="1450" dirty="0"/>
          </a:p>
        </p:txBody>
      </p:sp>
      <p:sp>
        <p:nvSpPr>
          <p:cNvPr id="9" name="Shape 0"/>
          <p:cNvSpPr/>
          <p:nvPr/>
        </p:nvSpPr>
        <p:spPr>
          <a:xfrm>
            <a:off x="4367997" y="3566817"/>
            <a:ext cx="3742467" cy="284107"/>
          </a:xfrm>
          <a:prstGeom prst="roundRect">
            <a:avLst>
              <a:gd name="adj" fmla="val 47396"/>
            </a:avLst>
          </a:prstGeom>
          <a:solidFill>
            <a:srgbClr val="4B1E0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464931" y="3630630"/>
            <a:ext cx="4126979" cy="234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IRAN–ISRAEL CONFLICT · MIDDLE EASTERN CRISIS</a:t>
            </a:r>
            <a:endParaRPr lang="en-US" sz="1150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08BAFAF0-C568-1360-B70B-8A08E1AC09C2}"/>
              </a:ext>
            </a:extLst>
          </p:cNvPr>
          <p:cNvSpPr/>
          <p:nvPr/>
        </p:nvSpPr>
        <p:spPr>
          <a:xfrm>
            <a:off x="2852664" y="-192398"/>
            <a:ext cx="10515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strike="sngStrike" spc="300" dirty="0"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The 2026 Iran War</a:t>
            </a:r>
            <a:endParaRPr lang="en-US" sz="5400" b="1" strike="sngStrike" spc="300" dirty="0">
              <a:solidFill>
                <a:srgbClr val="8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631F45-09AD-77E9-43E7-2FEF66784E98}"/>
              </a:ext>
            </a:extLst>
          </p:cNvPr>
          <p:cNvSpPr txBox="1"/>
          <p:nvPr/>
        </p:nvSpPr>
        <p:spPr>
          <a:xfrm>
            <a:off x="7023798" y="1426729"/>
            <a:ext cx="296426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dirty="0">
                <a:solidFill>
                  <a:srgbClr val="FFCC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-</a:t>
            </a:r>
          </a:p>
        </p:txBody>
      </p:sp>
      <p:sp>
        <p:nvSpPr>
          <p:cNvPr id="17" name="Shape 24">
            <a:extLst>
              <a:ext uri="{FF2B5EF4-FFF2-40B4-BE49-F238E27FC236}">
                <a16:creationId xmlns:a16="http://schemas.microsoft.com/office/drawing/2014/main" id="{19F8C433-5FAF-EC40-53A7-54E9D87A3EC8}"/>
              </a:ext>
            </a:extLst>
          </p:cNvPr>
          <p:cNvSpPr/>
          <p:nvPr/>
        </p:nvSpPr>
        <p:spPr>
          <a:xfrm>
            <a:off x="7381918" y="5692112"/>
            <a:ext cx="4765295" cy="1134217"/>
          </a:xfrm>
          <a:prstGeom prst="roundRect">
            <a:avLst>
              <a:gd name="adj" fmla="val 15385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92257F-0571-65F9-6C56-9E599071FDC0}"/>
              </a:ext>
            </a:extLst>
          </p:cNvPr>
          <p:cNvSpPr txBox="1"/>
          <p:nvPr/>
        </p:nvSpPr>
        <p:spPr>
          <a:xfrm>
            <a:off x="9417889" y="6259221"/>
            <a:ext cx="3114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CC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Section :</a:t>
            </a:r>
            <a:r>
              <a:rPr lang="en-US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2400" b="1" dirty="0">
                <a:solidFill>
                  <a:srgbClr val="A500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Tesla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A177D7-F471-8C3E-9A79-53DA84DC8A93}"/>
              </a:ext>
            </a:extLst>
          </p:cNvPr>
          <p:cNvSpPr txBox="1"/>
          <p:nvPr/>
        </p:nvSpPr>
        <p:spPr>
          <a:xfrm>
            <a:off x="8338664" y="5919689"/>
            <a:ext cx="25613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CC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Subject Teacher</a:t>
            </a:r>
            <a:r>
              <a:rPr lang="en-US" sz="2000" b="1" dirty="0">
                <a:solidFill>
                  <a:srgbClr val="FFCC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5C4950-BA27-B9C9-81B6-09C6F41D0E0A}"/>
              </a:ext>
            </a:extLst>
          </p:cNvPr>
          <p:cNvSpPr txBox="1"/>
          <p:nvPr/>
        </p:nvSpPr>
        <p:spPr>
          <a:xfrm>
            <a:off x="10721311" y="5919689"/>
            <a:ext cx="2647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A500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Mr. </a:t>
            </a:r>
            <a:r>
              <a:rPr lang="en-US" sz="2400" b="1" dirty="0" err="1">
                <a:solidFill>
                  <a:srgbClr val="A500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Aujee</a:t>
            </a:r>
            <a:endParaRPr lang="en-US" sz="2400" b="1" dirty="0">
              <a:solidFill>
                <a:srgbClr val="A5002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B9AE35EC-4BE5-E365-5F61-2F76624B900F}"/>
              </a:ext>
            </a:extLst>
          </p:cNvPr>
          <p:cNvSpPr/>
          <p:nvPr/>
        </p:nvSpPr>
        <p:spPr>
          <a:xfrm>
            <a:off x="9666592" y="2178645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719A5AD-6264-0E88-B0F0-92E3DCB55488}"/>
              </a:ext>
            </a:extLst>
          </p:cNvPr>
          <p:cNvSpPr txBox="1"/>
          <p:nvPr/>
        </p:nvSpPr>
        <p:spPr>
          <a:xfrm>
            <a:off x="3878779" y="980315"/>
            <a:ext cx="4211649" cy="1200329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Himanshu </a:t>
            </a:r>
            <a:r>
              <a:rPr lang="en-US" sz="3600" b="1" dirty="0" err="1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Bist</a:t>
            </a:r>
            <a:r>
              <a:rPr lang="en-US" sz="3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3600" b="1" dirty="0">
                <a:solidFill>
                  <a:srgbClr val="39D35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Presents</a:t>
            </a:r>
            <a:r>
              <a:rPr lang="en-US" sz="3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36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" name="Shape 24">
            <a:extLst>
              <a:ext uri="{FF2B5EF4-FFF2-40B4-BE49-F238E27FC236}">
                <a16:creationId xmlns:a16="http://schemas.microsoft.com/office/drawing/2014/main" id="{04B0532B-8E6A-212C-6075-99A6D9B7FB00}"/>
              </a:ext>
            </a:extLst>
          </p:cNvPr>
          <p:cNvSpPr/>
          <p:nvPr/>
        </p:nvSpPr>
        <p:spPr>
          <a:xfrm>
            <a:off x="3570445" y="1001365"/>
            <a:ext cx="4765295" cy="1134217"/>
          </a:xfrm>
          <a:prstGeom prst="roundRect">
            <a:avLst>
              <a:gd name="adj" fmla="val 15385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365237-624A-7DD4-477F-8B5EDB7BC8A5}"/>
              </a:ext>
            </a:extLst>
          </p:cNvPr>
          <p:cNvSpPr txBox="1"/>
          <p:nvPr/>
        </p:nvSpPr>
        <p:spPr>
          <a:xfrm>
            <a:off x="11363473" y="115613"/>
            <a:ext cx="102608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6474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0</a:t>
            </a:r>
            <a:r>
              <a:rPr lang="en-US" b="1" i="0" u="none" dirty="0">
                <a:solidFill>
                  <a:srgbClr val="6474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1</a:t>
            </a:r>
            <a:r>
              <a:rPr b="1" i="0" u="none" dirty="0">
                <a:solidFill>
                  <a:srgbClr val="6474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 / 0</a:t>
            </a:r>
            <a:r>
              <a:rPr lang="en-US" b="1" i="0" u="none" dirty="0">
                <a:solidFill>
                  <a:srgbClr val="6474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9</a:t>
            </a:r>
            <a:endParaRPr b="1" i="0" u="none" dirty="0">
              <a:solidFill>
                <a:srgbClr val="64748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32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75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2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445928-4F4D-6AD4-05C5-8AE215AA1DD1}"/>
              </a:ext>
            </a:extLst>
          </p:cNvPr>
          <p:cNvSpPr/>
          <p:nvPr/>
        </p:nvSpPr>
        <p:spPr>
          <a:xfrm>
            <a:off x="11093380" y="6385520"/>
            <a:ext cx="1098620" cy="47248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167951" y="281095"/>
            <a:ext cx="1160500" cy="207466"/>
          </a:xfrm>
          <a:prstGeom prst="roundRect">
            <a:avLst>
              <a:gd name="adj" fmla="val 47389"/>
            </a:avLst>
          </a:prstGeom>
          <a:noFill/>
          <a:ln w="12700">
            <a:solidFill>
              <a:srgbClr val="FC83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15599" y="332093"/>
            <a:ext cx="1408474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BACKGROUND</a:t>
            </a:r>
            <a:endParaRPr lang="en-US" sz="10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9457" y="3886243"/>
            <a:ext cx="4945117" cy="29391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2238A6C-2A42-F027-4A7A-F5E680566130}"/>
              </a:ext>
            </a:extLst>
          </p:cNvPr>
          <p:cNvSpPr txBox="1"/>
          <p:nvPr/>
        </p:nvSpPr>
        <p:spPr>
          <a:xfrm>
            <a:off x="80745" y="438102"/>
            <a:ext cx="36083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rgbClr val="FFCC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Chain of the current War</a:t>
            </a:r>
            <a:endParaRPr lang="en-US" sz="2400" b="1" u="sng" dirty="0">
              <a:solidFill>
                <a:srgbClr val="FFCC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C55514A-7942-2659-2715-597D9011F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3780" y="346009"/>
            <a:ext cx="10673664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1941 – Operation Countenance: </a:t>
            </a:r>
            <a:r>
              <a:rPr kumimoji="0" lang="en-US" altLang="en-US" sz="1800" b="1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Anglo-Soviet forces invade Iran to secure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                                                       oil fields and open the Persian Corridor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                                                       </a:t>
            </a:r>
            <a:r>
              <a:rPr kumimoji="0" lang="en-US" altLang="en-US" sz="1800" b="1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supply route to the USSR.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1945–1950s – Petro-Security Alliances: </a:t>
            </a:r>
            <a:r>
              <a:rPr kumimoji="0" lang="en-US" altLang="en-US" sz="1800" b="1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U.S. establishes security-for-oil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                                                                    agreements across the Middle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                                                                    </a:t>
            </a:r>
            <a:r>
              <a:rPr kumimoji="0" lang="en-US" altLang="en-US" sz="1800" b="1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East, anchoring oil sales to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     </a:t>
            </a:r>
            <a:r>
              <a:rPr kumimoji="0" lang="en-US" altLang="en-US" sz="1800" b="1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                                                              U.S. dollar in</a:t>
            </a:r>
            <a:r>
              <a:rPr lang="en-US" altLang="en-US" b="1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en-US" altLang="en-US" sz="1800" b="1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exchange for military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                                                                   </a:t>
            </a:r>
            <a:r>
              <a:rPr kumimoji="0" lang="en-US" altLang="en-US" sz="1800" b="1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protection.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1951 – Oil Nationalization: </a:t>
            </a:r>
            <a:r>
              <a:rPr kumimoji="0" lang="en-US" altLang="en-US" sz="1800" b="1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Prime Minister Mohammad Mossadegh</a:t>
            </a:r>
            <a:endParaRPr lang="en-US" altLang="en-US" b="1" dirty="0">
              <a:solidFill>
                <a:schemeClr val="bg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                                              nationalizes</a:t>
            </a:r>
            <a:r>
              <a:rPr lang="en-US" altLang="en-US" b="1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en-US" altLang="en-US" sz="1800" b="1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Iran's oil industry, breaking British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                                            </a:t>
            </a:r>
            <a:r>
              <a:rPr kumimoji="0" lang="en-US" altLang="en-US" sz="1800" b="1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oil concessions.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1953 – Operation Ajax (Coup): </a:t>
            </a:r>
            <a:r>
              <a:rPr kumimoji="0" lang="en-US" altLang="en-US" sz="1800" b="1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U.S. and British intelligence overthrow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                                                    Mossadegh, reinstating the US Puppet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                                                    Shah Mohammad Reza Pahlavi and securing</a:t>
            </a:r>
            <a:r>
              <a:rPr lang="en-US" altLang="en-US" b="1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                                                    </a:t>
            </a:r>
            <a:r>
              <a:rPr kumimoji="0" lang="en-US" altLang="en-US" sz="1800" b="1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Western oil </a:t>
            </a:r>
            <a:r>
              <a:rPr kumimoji="0" lang="en-US" altLang="en-US" sz="1800" b="1" strike="noStrike" cap="none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an</a:t>
            </a:r>
            <a:r>
              <a:rPr kumimoji="0" lang="en-US" altLang="en-US" sz="1800" b="1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d nuclear agreements for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                                                    </a:t>
            </a:r>
            <a:r>
              <a:rPr kumimoji="0" lang="en-US" altLang="en-US" sz="1800" b="1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electricity</a:t>
            </a:r>
            <a:r>
              <a:rPr kumimoji="0" lang="en-US" altLang="en-US" sz="1800" b="1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1026" name="Picture 2" descr="A person in a suit and tie&#10;&#10;AI-generated content may be incorrect.">
            <a:extLst>
              <a:ext uri="{FF2B5EF4-FFF2-40B4-BE49-F238E27FC236}">
                <a16:creationId xmlns:a16="http://schemas.microsoft.com/office/drawing/2014/main" id="{0E1BC8B1-00D8-535F-9173-859733B016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72" y="899767"/>
            <a:ext cx="3689085" cy="4950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8F5E7B-E543-9D4C-F0D4-D44EB9096983}"/>
              </a:ext>
            </a:extLst>
          </p:cNvPr>
          <p:cNvSpPr txBox="1"/>
          <p:nvPr/>
        </p:nvSpPr>
        <p:spPr>
          <a:xfrm>
            <a:off x="506581" y="5841304"/>
            <a:ext cx="32971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Mohammad Mossadegh</a:t>
            </a:r>
            <a:b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PM of Iran (Tenure: 1950 to               </a:t>
            </a:r>
          </a:p>
          <a:p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            1953)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DFE526-3F18-A68F-2EEB-1FB61176A561}"/>
              </a:ext>
            </a:extLst>
          </p:cNvPr>
          <p:cNvSpPr txBox="1"/>
          <p:nvPr/>
        </p:nvSpPr>
        <p:spPr>
          <a:xfrm>
            <a:off x="11363473" y="115613"/>
            <a:ext cx="102608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6474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0</a:t>
            </a:r>
            <a:r>
              <a:rPr lang="en-US" sz="1600" b="1" i="0" u="none" dirty="0">
                <a:solidFill>
                  <a:srgbClr val="6474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2</a:t>
            </a:r>
            <a:r>
              <a:rPr sz="1600" b="1" i="0" u="none" dirty="0">
                <a:solidFill>
                  <a:srgbClr val="6474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 / 0</a:t>
            </a:r>
            <a:r>
              <a:rPr lang="en-US" sz="1600" b="1" i="0" u="none" dirty="0">
                <a:solidFill>
                  <a:srgbClr val="6474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9</a:t>
            </a:r>
            <a:endParaRPr sz="1600" b="1" i="0" u="none" dirty="0">
              <a:solidFill>
                <a:srgbClr val="64748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nte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3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000"/>
                            </p:stCondLst>
                            <p:childTnLst>
                              <p:par>
                                <p:cTn id="16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66B8B51-9DD2-236C-C3C6-2C5C8E157933}"/>
              </a:ext>
            </a:extLst>
          </p:cNvPr>
          <p:cNvSpPr/>
          <p:nvPr/>
        </p:nvSpPr>
        <p:spPr>
          <a:xfrm>
            <a:off x="11118720" y="6208692"/>
            <a:ext cx="1098620" cy="47248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" name="Shape 0">
            <a:extLst>
              <a:ext uri="{FF2B5EF4-FFF2-40B4-BE49-F238E27FC236}">
                <a16:creationId xmlns:a16="http://schemas.microsoft.com/office/drawing/2014/main" id="{DC0FA756-4365-9631-76BB-DA949C1C1603}"/>
              </a:ext>
            </a:extLst>
          </p:cNvPr>
          <p:cNvSpPr/>
          <p:nvPr/>
        </p:nvSpPr>
        <p:spPr>
          <a:xfrm>
            <a:off x="661475" y="693241"/>
            <a:ext cx="850184" cy="201116"/>
          </a:xfrm>
          <a:prstGeom prst="roundRect">
            <a:avLst>
              <a:gd name="adj" fmla="val 47368"/>
            </a:avLst>
          </a:prstGeom>
          <a:noFill/>
          <a:ln w="12700">
            <a:solidFill>
              <a:srgbClr val="FC8337"/>
            </a:solidFill>
            <a:prstDash val="solid"/>
          </a:ln>
        </p:spPr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ED55AD92-7C72-6C3D-2097-A2135186AC13}"/>
              </a:ext>
            </a:extLst>
          </p:cNvPr>
          <p:cNvSpPr/>
          <p:nvPr/>
        </p:nvSpPr>
        <p:spPr>
          <a:xfrm>
            <a:off x="740848" y="732929"/>
            <a:ext cx="1301023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b="1" dirty="0">
                <a:solidFill>
                  <a:srgbClr val="FC833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BACKGROUND</a:t>
            </a:r>
            <a:endParaRPr 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4" name="Text 2">
            <a:extLst>
              <a:ext uri="{FF2B5EF4-FFF2-40B4-BE49-F238E27FC236}">
                <a16:creationId xmlns:a16="http://schemas.microsoft.com/office/drawing/2014/main" id="{52FEE923-FC6F-EB4D-C88F-42D911538662}"/>
              </a:ext>
            </a:extLst>
          </p:cNvPr>
          <p:cNvSpPr/>
          <p:nvPr/>
        </p:nvSpPr>
        <p:spPr>
          <a:xfrm>
            <a:off x="661475" y="931366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Decades in the Making</a:t>
            </a:r>
            <a:endParaRPr lang="en-US" sz="2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5" name="Text 3">
            <a:extLst>
              <a:ext uri="{FF2B5EF4-FFF2-40B4-BE49-F238E27FC236}">
                <a16:creationId xmlns:a16="http://schemas.microsoft.com/office/drawing/2014/main" id="{78C984A6-7A3F-B698-86B8-6C2911B83B26}"/>
              </a:ext>
            </a:extLst>
          </p:cNvPr>
          <p:cNvSpPr/>
          <p:nvPr/>
        </p:nvSpPr>
        <p:spPr>
          <a:xfrm>
            <a:off x="661475" y="1492405"/>
            <a:ext cx="4117911" cy="34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b="1" dirty="0">
                <a:solidFill>
                  <a:srgbClr val="E5E0D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US–Iran tensions over nuclear power and regional influence, 1953–2026</a:t>
            </a:r>
            <a:endParaRPr 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B032B45B-6595-0C84-120F-CD39D66CDA22}"/>
              </a:ext>
            </a:extLst>
          </p:cNvPr>
          <p:cNvSpPr/>
          <p:nvPr/>
        </p:nvSpPr>
        <p:spPr>
          <a:xfrm>
            <a:off x="1565056" y="1481236"/>
            <a:ext cx="4905153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endParaRPr lang="en-US" sz="2000" b="1" dirty="0">
              <a:solidFill>
                <a:srgbClr val="FFCC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" name="Shape 9">
            <a:extLst>
              <a:ext uri="{FF2B5EF4-FFF2-40B4-BE49-F238E27FC236}">
                <a16:creationId xmlns:a16="http://schemas.microsoft.com/office/drawing/2014/main" id="{8BF88A91-25D0-DC65-7CE2-A6AEF5538479}"/>
              </a:ext>
            </a:extLst>
          </p:cNvPr>
          <p:cNvSpPr/>
          <p:nvPr/>
        </p:nvSpPr>
        <p:spPr>
          <a:xfrm>
            <a:off x="6793335" y="1388563"/>
            <a:ext cx="264610" cy="19050"/>
          </a:xfrm>
          <a:prstGeom prst="roundRect">
            <a:avLst>
              <a:gd name="adj" fmla="val 49999"/>
            </a:avLst>
          </a:prstGeom>
          <a:solidFill>
            <a:srgbClr val="E2691D"/>
          </a:solidFill>
          <a:ln/>
        </p:spPr>
      </p:sp>
      <p:sp>
        <p:nvSpPr>
          <p:cNvPr id="42" name="Shape 10">
            <a:extLst>
              <a:ext uri="{FF2B5EF4-FFF2-40B4-BE49-F238E27FC236}">
                <a16:creationId xmlns:a16="http://schemas.microsoft.com/office/drawing/2014/main" id="{7A937830-1AFC-DBCA-C546-F3DCD25EAAA5}"/>
              </a:ext>
            </a:extLst>
          </p:cNvPr>
          <p:cNvSpPr/>
          <p:nvPr/>
        </p:nvSpPr>
        <p:spPr>
          <a:xfrm>
            <a:off x="6762776" y="1348479"/>
            <a:ext cx="99216" cy="99219"/>
          </a:xfrm>
          <a:prstGeom prst="ellipse">
            <a:avLst/>
          </a:prstGeom>
          <a:solidFill>
            <a:srgbClr val="FC8337"/>
          </a:solidFill>
          <a:ln/>
        </p:spPr>
      </p:sp>
      <p:sp>
        <p:nvSpPr>
          <p:cNvPr id="43" name="Text 11">
            <a:extLst>
              <a:ext uri="{FF2B5EF4-FFF2-40B4-BE49-F238E27FC236}">
                <a16:creationId xmlns:a16="http://schemas.microsoft.com/office/drawing/2014/main" id="{083C7BFE-2FF3-FCDD-B288-8C320E80CB4C}"/>
              </a:ext>
            </a:extLst>
          </p:cNvPr>
          <p:cNvSpPr/>
          <p:nvPr/>
        </p:nvSpPr>
        <p:spPr>
          <a:xfrm>
            <a:off x="7097724" y="1304276"/>
            <a:ext cx="4905153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000" b="1" dirty="0">
                <a:solidFill>
                  <a:srgbClr val="FFCC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1968 </a:t>
            </a:r>
            <a:r>
              <a:rPr lang="en-US" sz="2000" b="1" i="0" u="none" dirty="0">
                <a:solidFill>
                  <a:srgbClr val="FFCC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Iran Signs Non-Proliferation Treaty (NPT)</a:t>
            </a:r>
          </a:p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FFCC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  C</a:t>
            </a:r>
            <a:r>
              <a:rPr lang="en-US" sz="1400" b="1" i="0" u="none" dirty="0">
                <a:solidFill>
                  <a:srgbClr val="FFCC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ommitting to peaceful civilian nuclear use under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1400" b="1" i="0" u="none" dirty="0">
                <a:solidFill>
                  <a:srgbClr val="FFCC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   IAEA monitoring</a:t>
            </a:r>
            <a:endParaRPr lang="en-US" sz="1400" b="1" dirty="0">
              <a:solidFill>
                <a:srgbClr val="FFCC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4" name="Text 12">
            <a:extLst>
              <a:ext uri="{FF2B5EF4-FFF2-40B4-BE49-F238E27FC236}">
                <a16:creationId xmlns:a16="http://schemas.microsoft.com/office/drawing/2014/main" id="{60D7A3D7-B591-E767-6E9E-3CD7C641F75B}"/>
              </a:ext>
            </a:extLst>
          </p:cNvPr>
          <p:cNvSpPr/>
          <p:nvPr/>
        </p:nvSpPr>
        <p:spPr>
          <a:xfrm>
            <a:off x="7097724" y="1566511"/>
            <a:ext cx="4905153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endParaRPr lang="en-US" sz="1400" b="1" dirty="0">
              <a:solidFill>
                <a:srgbClr val="FFCC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" name="Shape 13">
            <a:extLst>
              <a:ext uri="{FF2B5EF4-FFF2-40B4-BE49-F238E27FC236}">
                <a16:creationId xmlns:a16="http://schemas.microsoft.com/office/drawing/2014/main" id="{33AF7294-051E-A173-2289-A7201DFAB282}"/>
              </a:ext>
            </a:extLst>
          </p:cNvPr>
          <p:cNvSpPr/>
          <p:nvPr/>
        </p:nvSpPr>
        <p:spPr>
          <a:xfrm>
            <a:off x="6552385" y="2504844"/>
            <a:ext cx="264610" cy="19050"/>
          </a:xfrm>
          <a:prstGeom prst="roundRect">
            <a:avLst>
              <a:gd name="adj" fmla="val 49999"/>
            </a:avLst>
          </a:prstGeom>
          <a:solidFill>
            <a:srgbClr val="E2691D"/>
          </a:solidFill>
          <a:ln/>
        </p:spPr>
      </p:sp>
      <p:sp>
        <p:nvSpPr>
          <p:cNvPr id="46" name="Shape 14">
            <a:extLst>
              <a:ext uri="{FF2B5EF4-FFF2-40B4-BE49-F238E27FC236}">
                <a16:creationId xmlns:a16="http://schemas.microsoft.com/office/drawing/2014/main" id="{B8E236AC-6056-95E0-4B4E-4420DC6EF932}"/>
              </a:ext>
            </a:extLst>
          </p:cNvPr>
          <p:cNvSpPr/>
          <p:nvPr/>
        </p:nvSpPr>
        <p:spPr>
          <a:xfrm>
            <a:off x="6748337" y="2464760"/>
            <a:ext cx="99216" cy="99219"/>
          </a:xfrm>
          <a:prstGeom prst="ellipse">
            <a:avLst/>
          </a:prstGeom>
          <a:solidFill>
            <a:srgbClr val="FC8337"/>
          </a:solidFill>
          <a:ln/>
        </p:spPr>
      </p:sp>
      <p:sp>
        <p:nvSpPr>
          <p:cNvPr id="48" name="Text 16">
            <a:extLst>
              <a:ext uri="{FF2B5EF4-FFF2-40B4-BE49-F238E27FC236}">
                <a16:creationId xmlns:a16="http://schemas.microsoft.com/office/drawing/2014/main" id="{69175B76-2E31-873A-AAF4-27FE1546340D}"/>
              </a:ext>
            </a:extLst>
          </p:cNvPr>
          <p:cNvSpPr/>
          <p:nvPr/>
        </p:nvSpPr>
        <p:spPr>
          <a:xfrm>
            <a:off x="1848863" y="3082575"/>
            <a:ext cx="4905153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3000"/>
              </a:lnSpc>
              <a:buNone/>
            </a:pPr>
            <a:r>
              <a:rPr lang="en-US" sz="1400" b="1" dirty="0">
                <a:solidFill>
                  <a:srgbClr val="FFCC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00" b="1" dirty="0">
              <a:solidFill>
                <a:srgbClr val="FFCC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" name="Text 19">
            <a:extLst>
              <a:ext uri="{FF2B5EF4-FFF2-40B4-BE49-F238E27FC236}">
                <a16:creationId xmlns:a16="http://schemas.microsoft.com/office/drawing/2014/main" id="{B18C1A65-8110-741A-2C49-948C9F6DDBFA}"/>
              </a:ext>
            </a:extLst>
          </p:cNvPr>
          <p:cNvSpPr/>
          <p:nvPr/>
        </p:nvSpPr>
        <p:spPr>
          <a:xfrm>
            <a:off x="7083285" y="3620717"/>
            <a:ext cx="11841800" cy="1267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FCC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2015 JCPA Deal</a:t>
            </a:r>
            <a:endParaRPr lang="en-US" sz="2000" dirty="0">
              <a:solidFill>
                <a:srgbClr val="FFCC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2" name="Text 20">
            <a:extLst>
              <a:ext uri="{FF2B5EF4-FFF2-40B4-BE49-F238E27FC236}">
                <a16:creationId xmlns:a16="http://schemas.microsoft.com/office/drawing/2014/main" id="{43990509-AE20-8BD9-08C2-87A44995A2BC}"/>
              </a:ext>
            </a:extLst>
          </p:cNvPr>
          <p:cNvSpPr/>
          <p:nvPr/>
        </p:nvSpPr>
        <p:spPr>
          <a:xfrm>
            <a:off x="7057945" y="3535605"/>
            <a:ext cx="4905153" cy="893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endParaRPr lang="en-US" sz="1400" b="1" dirty="0">
              <a:solidFill>
                <a:srgbClr val="FFCC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" name="Shape 21">
            <a:extLst>
              <a:ext uri="{FF2B5EF4-FFF2-40B4-BE49-F238E27FC236}">
                <a16:creationId xmlns:a16="http://schemas.microsoft.com/office/drawing/2014/main" id="{410A96E6-7E3A-D66F-0F29-14F06DD1E7B4}"/>
              </a:ext>
            </a:extLst>
          </p:cNvPr>
          <p:cNvSpPr/>
          <p:nvPr/>
        </p:nvSpPr>
        <p:spPr>
          <a:xfrm>
            <a:off x="6528406" y="5095506"/>
            <a:ext cx="264610" cy="19050"/>
          </a:xfrm>
          <a:prstGeom prst="roundRect">
            <a:avLst>
              <a:gd name="adj" fmla="val 49999"/>
            </a:avLst>
          </a:prstGeom>
          <a:solidFill>
            <a:srgbClr val="E2691D"/>
          </a:solidFill>
          <a:ln/>
        </p:spPr>
      </p:sp>
      <p:sp>
        <p:nvSpPr>
          <p:cNvPr id="54" name="Shape 22">
            <a:extLst>
              <a:ext uri="{FF2B5EF4-FFF2-40B4-BE49-F238E27FC236}">
                <a16:creationId xmlns:a16="http://schemas.microsoft.com/office/drawing/2014/main" id="{491F297F-2B1D-522C-C6BF-F6B14DA70B2D}"/>
              </a:ext>
            </a:extLst>
          </p:cNvPr>
          <p:cNvSpPr/>
          <p:nvPr/>
        </p:nvSpPr>
        <p:spPr>
          <a:xfrm>
            <a:off x="6724358" y="5055422"/>
            <a:ext cx="99216" cy="99219"/>
          </a:xfrm>
          <a:prstGeom prst="ellipse">
            <a:avLst/>
          </a:prstGeom>
          <a:solidFill>
            <a:srgbClr val="FC8337"/>
          </a:solidFill>
          <a:ln/>
        </p:spPr>
      </p:sp>
      <p:sp>
        <p:nvSpPr>
          <p:cNvPr id="55" name="Text 23">
            <a:extLst>
              <a:ext uri="{FF2B5EF4-FFF2-40B4-BE49-F238E27FC236}">
                <a16:creationId xmlns:a16="http://schemas.microsoft.com/office/drawing/2014/main" id="{0311E3EC-F6F3-834C-1BF5-761073191D07}"/>
              </a:ext>
            </a:extLst>
          </p:cNvPr>
          <p:cNvSpPr/>
          <p:nvPr/>
        </p:nvSpPr>
        <p:spPr>
          <a:xfrm>
            <a:off x="1575215" y="4960855"/>
            <a:ext cx="4905153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CC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2025</a:t>
            </a:r>
            <a:endParaRPr lang="en-US" sz="2000" b="1" dirty="0">
              <a:solidFill>
                <a:srgbClr val="FFCC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6" name="Text 24">
            <a:extLst>
              <a:ext uri="{FF2B5EF4-FFF2-40B4-BE49-F238E27FC236}">
                <a16:creationId xmlns:a16="http://schemas.microsoft.com/office/drawing/2014/main" id="{DD3BBE3B-B431-208C-F0A6-31884EEC80C6}"/>
              </a:ext>
            </a:extLst>
          </p:cNvPr>
          <p:cNvSpPr/>
          <p:nvPr/>
        </p:nvSpPr>
        <p:spPr>
          <a:xfrm>
            <a:off x="1779537" y="5286772"/>
            <a:ext cx="4905153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3000"/>
              </a:lnSpc>
              <a:buNone/>
            </a:pPr>
            <a:r>
              <a:rPr lang="en-US" sz="1400" b="1" dirty="0">
                <a:solidFill>
                  <a:srgbClr val="FFCC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Iran enriches to 60%; US intelligence </a:t>
            </a:r>
          </a:p>
          <a:p>
            <a:pPr marL="0" indent="0" algn="r">
              <a:lnSpc>
                <a:spcPct val="113000"/>
              </a:lnSpc>
              <a:buNone/>
            </a:pPr>
            <a:r>
              <a:rPr lang="en-US" sz="1400" b="1" dirty="0">
                <a:solidFill>
                  <a:srgbClr val="FFCC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still assesses no active weapons program.</a:t>
            </a:r>
            <a:endParaRPr lang="en-US" sz="1400" b="1" dirty="0">
              <a:solidFill>
                <a:srgbClr val="FFCC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7" name="Shape 25">
            <a:extLst>
              <a:ext uri="{FF2B5EF4-FFF2-40B4-BE49-F238E27FC236}">
                <a16:creationId xmlns:a16="http://schemas.microsoft.com/office/drawing/2014/main" id="{FEB2B0BE-D092-D2DD-AF8F-AD7B6C25389A}"/>
              </a:ext>
            </a:extLst>
          </p:cNvPr>
          <p:cNvSpPr/>
          <p:nvPr/>
        </p:nvSpPr>
        <p:spPr>
          <a:xfrm>
            <a:off x="6778896" y="5907584"/>
            <a:ext cx="264610" cy="19050"/>
          </a:xfrm>
          <a:prstGeom prst="roundRect">
            <a:avLst>
              <a:gd name="adj" fmla="val 49999"/>
            </a:avLst>
          </a:prstGeom>
          <a:solidFill>
            <a:srgbClr val="E2691D"/>
          </a:solidFill>
          <a:ln/>
        </p:spPr>
      </p:sp>
      <p:sp>
        <p:nvSpPr>
          <p:cNvPr id="58" name="Shape 26">
            <a:extLst>
              <a:ext uri="{FF2B5EF4-FFF2-40B4-BE49-F238E27FC236}">
                <a16:creationId xmlns:a16="http://schemas.microsoft.com/office/drawing/2014/main" id="{79BD00E5-4048-4968-A401-6CE13B940181}"/>
              </a:ext>
            </a:extLst>
          </p:cNvPr>
          <p:cNvSpPr/>
          <p:nvPr/>
        </p:nvSpPr>
        <p:spPr>
          <a:xfrm>
            <a:off x="6748337" y="5867499"/>
            <a:ext cx="99216" cy="99219"/>
          </a:xfrm>
          <a:prstGeom prst="ellipse">
            <a:avLst/>
          </a:prstGeom>
          <a:solidFill>
            <a:srgbClr val="FC8337"/>
          </a:solidFill>
          <a:ln/>
        </p:spPr>
      </p:sp>
      <p:sp>
        <p:nvSpPr>
          <p:cNvPr id="59" name="Text 27">
            <a:extLst>
              <a:ext uri="{FF2B5EF4-FFF2-40B4-BE49-F238E27FC236}">
                <a16:creationId xmlns:a16="http://schemas.microsoft.com/office/drawing/2014/main" id="{A07B0560-7F00-5CD9-55E0-D43C75BA1F7B}"/>
              </a:ext>
            </a:extLst>
          </p:cNvPr>
          <p:cNvSpPr/>
          <p:nvPr/>
        </p:nvSpPr>
        <p:spPr>
          <a:xfrm>
            <a:off x="7083285" y="5823297"/>
            <a:ext cx="4905153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CC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Feb 2026</a:t>
            </a:r>
            <a:endParaRPr lang="en-US" sz="2000" b="1" dirty="0">
              <a:solidFill>
                <a:srgbClr val="FFCC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" name="Text 28">
            <a:extLst>
              <a:ext uri="{FF2B5EF4-FFF2-40B4-BE49-F238E27FC236}">
                <a16:creationId xmlns:a16="http://schemas.microsoft.com/office/drawing/2014/main" id="{48A06F58-2D3F-0DAB-2B15-9198185CB1C0}"/>
              </a:ext>
            </a:extLst>
          </p:cNvPr>
          <p:cNvSpPr/>
          <p:nvPr/>
        </p:nvSpPr>
        <p:spPr>
          <a:xfrm>
            <a:off x="7123064" y="6283999"/>
            <a:ext cx="4905153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00" b="1" dirty="0">
                <a:solidFill>
                  <a:srgbClr val="FFCC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Geneva talks fail; US and Israel launch coordinated strikes on </a:t>
            </a:r>
          </a:p>
          <a:p>
            <a:pPr marL="0" indent="0" algn="l">
              <a:lnSpc>
                <a:spcPct val="113000"/>
              </a:lnSpc>
              <a:buNone/>
            </a:pPr>
            <a:r>
              <a:rPr lang="en-US" sz="1400" b="1" dirty="0">
                <a:solidFill>
                  <a:srgbClr val="FFCC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Feb 28.</a:t>
            </a:r>
            <a:endParaRPr lang="en-US" sz="1400" b="1" dirty="0">
              <a:solidFill>
                <a:srgbClr val="FFCC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EA556A-C500-EC9D-EE11-21BD05123F10}"/>
              </a:ext>
            </a:extLst>
          </p:cNvPr>
          <p:cNvSpPr/>
          <p:nvPr/>
        </p:nvSpPr>
        <p:spPr>
          <a:xfrm>
            <a:off x="11010122" y="6475445"/>
            <a:ext cx="1129683" cy="37773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266AA3-0FD8-B767-1802-B3EEACE85CAF}"/>
              </a:ext>
            </a:extLst>
          </p:cNvPr>
          <p:cNvSpPr txBox="1"/>
          <p:nvPr/>
        </p:nvSpPr>
        <p:spPr>
          <a:xfrm>
            <a:off x="2932924" y="2309179"/>
            <a:ext cx="39290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000" b="1" strike="noStrike" cap="none" normalizeH="0" baseline="0" dirty="0">
                <a:ln>
                  <a:noFill/>
                </a:ln>
                <a:solidFill>
                  <a:srgbClr val="FFCC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1979 – The Iranian Revolution </a:t>
            </a:r>
            <a:endParaRPr lang="en-US" sz="2000" b="1" dirty="0">
              <a:solidFill>
                <a:srgbClr val="FFCC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307C66-CFCD-A9AF-48C5-894B88EC5BD7}"/>
              </a:ext>
            </a:extLst>
          </p:cNvPr>
          <p:cNvSpPr txBox="1"/>
          <p:nvPr/>
        </p:nvSpPr>
        <p:spPr>
          <a:xfrm>
            <a:off x="2932924" y="2690336"/>
            <a:ext cx="379007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strike="noStrike" cap="none" normalizeH="0" baseline="0" dirty="0">
                <a:ln>
                  <a:noFill/>
                </a:ln>
                <a:solidFill>
                  <a:srgbClr val="FFCC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Ayatollah Khomeini leads the revolution,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strike="noStrike" cap="none" normalizeH="0" baseline="0" dirty="0">
                <a:ln>
                  <a:noFill/>
                </a:ln>
                <a:solidFill>
                  <a:srgbClr val="FFCC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abolishing the U.S. backed monarchy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strike="noStrike" cap="none" normalizeH="0" baseline="0" dirty="0">
                <a:ln>
                  <a:noFill/>
                </a:ln>
                <a:solidFill>
                  <a:srgbClr val="FFCC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ending Western dominance in Iran.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0D0037-46AB-35BD-45F9-82B4F803DC85}"/>
              </a:ext>
            </a:extLst>
          </p:cNvPr>
          <p:cNvSpPr txBox="1"/>
          <p:nvPr/>
        </p:nvSpPr>
        <p:spPr>
          <a:xfrm>
            <a:off x="11363473" y="115613"/>
            <a:ext cx="102608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6474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0</a:t>
            </a:r>
            <a:r>
              <a:rPr lang="en-US" sz="1600" b="1" i="0" u="none" dirty="0">
                <a:solidFill>
                  <a:srgbClr val="6474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3</a:t>
            </a:r>
            <a:r>
              <a:rPr sz="1600" b="1" i="0" u="none" dirty="0">
                <a:solidFill>
                  <a:srgbClr val="6474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/ 0</a:t>
            </a:r>
            <a:r>
              <a:rPr lang="en-US" sz="1600" b="1" i="0" u="none" dirty="0">
                <a:solidFill>
                  <a:srgbClr val="6474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9</a:t>
            </a:r>
            <a:endParaRPr sz="1600" b="1" i="0" u="none" dirty="0">
              <a:solidFill>
                <a:srgbClr val="64748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nter"/>
            </a:endParaRPr>
          </a:p>
        </p:txBody>
      </p:sp>
      <p:sp>
        <p:nvSpPr>
          <p:cNvPr id="36" name="Shape 4">
            <a:extLst>
              <a:ext uri="{FF2B5EF4-FFF2-40B4-BE49-F238E27FC236}">
                <a16:creationId xmlns:a16="http://schemas.microsoft.com/office/drawing/2014/main" id="{76924F73-5CBD-E082-3C48-62FF221570BF}"/>
              </a:ext>
            </a:extLst>
          </p:cNvPr>
          <p:cNvSpPr/>
          <p:nvPr/>
        </p:nvSpPr>
        <p:spPr>
          <a:xfrm>
            <a:off x="6732219" y="304800"/>
            <a:ext cx="138994" cy="6548383"/>
          </a:xfrm>
          <a:prstGeom prst="roundRect">
            <a:avLst>
              <a:gd name="adj" fmla="val 49999"/>
            </a:avLst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583470C2-45C1-CDE7-3C23-180F4376F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2850" y="3779246"/>
            <a:ext cx="4916927" cy="2482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FFCC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The Joint Comprehensive Plan of Action, or Iran Nuclear Deal,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FFCC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was a 2015 agreement</a:t>
            </a:r>
            <a:r>
              <a:rPr lang="en-US" altLang="en-US" sz="1400" b="1" dirty="0">
                <a:solidFill>
                  <a:srgbClr val="FFCC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t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FFCC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hat restricted Iran's nuclear program in exchange for sanctions relief. The accord effectively collapsed following the United States' withdrawal in 2018 and officially </a:t>
            </a:r>
            <a:r>
              <a:rPr lang="en-US" altLang="en-US" sz="1400" b="1" dirty="0">
                <a:solidFill>
                  <a:srgbClr val="FFCC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r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FFCC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eached</a:t>
            </a:r>
            <a:r>
              <a:rPr lang="en-US" altLang="en-US" sz="1400" b="1" dirty="0">
                <a:solidFill>
                  <a:srgbClr val="FFCC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FFCC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its 10-year expiration date in October 2025.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</a:b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1E097DD4-F7D9-C02B-4367-23F617D84AE5}"/>
              </a:ext>
            </a:extLst>
          </p:cNvPr>
          <p:cNvSpPr/>
          <p:nvPr/>
        </p:nvSpPr>
        <p:spPr>
          <a:xfrm>
            <a:off x="6781068" y="3757680"/>
            <a:ext cx="264610" cy="19050"/>
          </a:xfrm>
          <a:prstGeom prst="roundRect">
            <a:avLst>
              <a:gd name="adj" fmla="val 49999"/>
            </a:avLst>
          </a:prstGeom>
          <a:solidFill>
            <a:srgbClr val="E2691D"/>
          </a:solidFill>
          <a:ln/>
        </p:spPr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6FE6AC96-24BD-0375-9C35-30549116DE8A}"/>
              </a:ext>
            </a:extLst>
          </p:cNvPr>
          <p:cNvSpPr/>
          <p:nvPr/>
        </p:nvSpPr>
        <p:spPr>
          <a:xfrm>
            <a:off x="6750509" y="3717596"/>
            <a:ext cx="99216" cy="99219"/>
          </a:xfrm>
          <a:prstGeom prst="ellipse">
            <a:avLst/>
          </a:prstGeom>
          <a:solidFill>
            <a:srgbClr val="FC8337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75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3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3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3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3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3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3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3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3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3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3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3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3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3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3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3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3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3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500"/>
                            </p:stCondLst>
                            <p:childTnLst>
                              <p:par>
                                <p:cTn id="6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2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  <p:bldP spid="52" grpId="0" animBg="1"/>
      <p:bldP spid="56" grpId="0" animBg="1"/>
      <p:bldP spid="59" grpId="0" animBg="1"/>
      <p:bldP spid="60" grpId="0" animBg="1"/>
      <p:bldP spid="2" grpId="0" animBg="1"/>
      <p:bldP spid="8" grpId="0"/>
      <p:bldP spid="10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76261-E327-347E-61A8-D266017C6A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D4BDB7-C1A7-CD56-E2AF-11136A6092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2273" y="5552136"/>
            <a:ext cx="9144000" cy="1655762"/>
          </a:xfrm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8E4D21-D0AF-E2DD-51A8-FCC5A215EF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13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D8F201-D22E-7289-6A12-B59DF4006868}"/>
              </a:ext>
            </a:extLst>
          </p:cNvPr>
          <p:cNvSpPr txBox="1"/>
          <p:nvPr/>
        </p:nvSpPr>
        <p:spPr>
          <a:xfrm>
            <a:off x="11363473" y="115613"/>
            <a:ext cx="102608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6474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0</a:t>
            </a:r>
            <a:r>
              <a:rPr lang="en-US" sz="1600" b="1" dirty="0">
                <a:solidFill>
                  <a:srgbClr val="6474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4</a:t>
            </a:r>
            <a:r>
              <a:rPr sz="1600" b="1" i="0" u="none" dirty="0">
                <a:solidFill>
                  <a:srgbClr val="6474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 / 0</a:t>
            </a:r>
            <a:r>
              <a:rPr lang="en-US" sz="1600" b="1" i="0" u="none" dirty="0">
                <a:solidFill>
                  <a:srgbClr val="6474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9</a:t>
            </a:r>
            <a:endParaRPr sz="1600" b="1" i="0" u="none" dirty="0">
              <a:solidFill>
                <a:srgbClr val="64748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nter"/>
            </a:endParaRPr>
          </a:p>
        </p:txBody>
      </p:sp>
      <p:sp>
        <p:nvSpPr>
          <p:cNvPr id="7" name="Rounded Rectangle 1"/>
          <p:cNvSpPr/>
          <p:nvPr/>
        </p:nvSpPr>
        <p:spPr>
          <a:xfrm>
            <a:off x="847873" y="5069535"/>
            <a:ext cx="3454449" cy="1762125"/>
          </a:xfrm>
          <a:prstGeom prst="roundRect">
            <a:avLst>
              <a:gd name="adj" fmla="val 6486"/>
            </a:avLst>
          </a:prstGeom>
          <a:gradFill flip="none" rotWithShape="1">
            <a:gsLst>
              <a:gs pos="0">
                <a:schemeClr val="accent6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6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6">
                  <a:lumMod val="40000"/>
                  <a:lumOff val="60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2"/>
          <p:cNvSpPr/>
          <p:nvPr/>
        </p:nvSpPr>
        <p:spPr>
          <a:xfrm>
            <a:off x="4607122" y="5069535"/>
            <a:ext cx="3454449" cy="1762125"/>
          </a:xfrm>
          <a:prstGeom prst="roundRect">
            <a:avLst>
              <a:gd name="adj" fmla="val 6486"/>
            </a:avLst>
          </a:prstGeom>
          <a:gradFill flip="none" rotWithShape="1">
            <a:gsLst>
              <a:gs pos="0">
                <a:schemeClr val="bg2">
                  <a:lumMod val="90000"/>
                  <a:shade val="30000"/>
                  <a:satMod val="115000"/>
                </a:schemeClr>
              </a:gs>
              <a:gs pos="50000">
                <a:schemeClr val="bg2">
                  <a:lumMod val="90000"/>
                  <a:shade val="67500"/>
                  <a:satMod val="115000"/>
                </a:schemeClr>
              </a:gs>
              <a:gs pos="100000">
                <a:schemeClr val="bg2">
                  <a:lumMod val="90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3"/>
          <p:cNvSpPr/>
          <p:nvPr/>
        </p:nvSpPr>
        <p:spPr>
          <a:xfrm>
            <a:off x="8366372" y="5069535"/>
            <a:ext cx="3454449" cy="1762125"/>
          </a:xfrm>
          <a:prstGeom prst="roundRect">
            <a:avLst>
              <a:gd name="adj" fmla="val 6486"/>
            </a:avLst>
          </a:prstGeom>
          <a:solidFill>
            <a:srgbClr val="800000"/>
          </a:solidFill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933450"/>
            <a:ext cx="7257564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FFC000"/>
                </a:solidFill>
                <a:latin typeface="Space Grotesk"/>
              </a:rPr>
              <a:t>Khamenei Leadership &amp; Regional Forward Defense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533400"/>
            <a:ext cx="258960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11D48"/>
                </a:solidFill>
                <a:latin typeface="Space Grotesk"/>
              </a:rPr>
              <a:t>1989–2000S • MODERN ERA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2198" y="5383860"/>
            <a:ext cx="370886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0F172A"/>
                </a:solidFill>
                <a:latin typeface="Inter"/>
              </a:rPr>
              <a:t>IRGC Centralization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2198" y="5745810"/>
            <a:ext cx="292104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chemeClr val="accent3">
                    <a:lumMod val="75000"/>
                  </a:schemeClr>
                </a:solidFill>
                <a:latin typeface="Inter"/>
              </a:rPr>
              <a:t>Empowered Islamic Revolutionary Guard Corps across domestic economy and foreign policy.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21447" y="5383860"/>
            <a:ext cx="370886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0F172A"/>
                </a:solidFill>
                <a:latin typeface="Inter"/>
              </a:rPr>
              <a:t>Axis of Resistance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21447" y="5745810"/>
            <a:ext cx="2921049" cy="100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002060"/>
                </a:solidFill>
                <a:latin typeface="Inter"/>
              </a:rPr>
              <a:t>Constructed alliance network across Lebanon, Iraq, Syria, and Yemen for deterrence</a:t>
            </a:r>
            <a:r>
              <a:rPr lang="en-US" sz="1350" b="0" i="0" u="none" dirty="0">
                <a:solidFill>
                  <a:srgbClr val="002060"/>
                </a:solidFill>
                <a:latin typeface="Inter"/>
              </a:rPr>
              <a:t> such as Hezbollah, Houthi, Hamas, etc</a:t>
            </a:r>
            <a:r>
              <a:rPr sz="1350" b="0" i="0" u="none" dirty="0">
                <a:solidFill>
                  <a:srgbClr val="002060"/>
                </a:solidFill>
                <a:latin typeface="Inter"/>
              </a:rPr>
              <a:t>.</a:t>
            </a:r>
            <a:r>
              <a:rPr lang="en-US" sz="1350" b="0" i="0" u="none" dirty="0">
                <a:solidFill>
                  <a:srgbClr val="002060"/>
                </a:solidFill>
                <a:latin typeface="Inter"/>
              </a:rPr>
              <a:t>, pulling Israel in the war</a:t>
            </a:r>
            <a:endParaRPr sz="1350" b="0" i="0" u="none" dirty="0">
              <a:solidFill>
                <a:srgbClr val="002060"/>
              </a:solidFill>
              <a:latin typeface="Inter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80697" y="5383860"/>
            <a:ext cx="370886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Clandestine Enrichment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0697" y="5745810"/>
            <a:ext cx="292104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FFCC66"/>
                </a:solidFill>
                <a:latin typeface="Inter"/>
              </a:rPr>
              <a:t>Resumed underground uranium enrichment infrastructure in the late 1980s and 1990s.</a:t>
            </a:r>
          </a:p>
        </p:txBody>
      </p:sp>
    </p:spTree>
    <p:extLst>
      <p:ext uri="{BB962C8B-B14F-4D97-AF65-F5344CB8AC3E}">
        <p14:creationId xmlns:p14="http://schemas.microsoft.com/office/powerpoint/2010/main" val="36060530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3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82D41E6-8476-97C7-EA29-F1408B401A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7639"/>
            <a:ext cx="12192000" cy="71788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B06BE4-6FD8-34CD-FEBF-92C7A7BE5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-104191" y="-57639"/>
            <a:ext cx="10515600" cy="4571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0DCBC-5BF0-BC9D-1674-64F2E53332EF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12679979" y="902500"/>
            <a:ext cx="45719" cy="4351338"/>
          </a:xfrm>
        </p:spPr>
        <p:txBody>
          <a:bodyPr/>
          <a:lstStyle/>
          <a:p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855438-B00C-6D72-2F79-C0CE778339C0}"/>
              </a:ext>
            </a:extLst>
          </p:cNvPr>
          <p:cNvSpPr txBox="1"/>
          <p:nvPr/>
        </p:nvSpPr>
        <p:spPr>
          <a:xfrm>
            <a:off x="11409904" y="70220"/>
            <a:ext cx="102608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6474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05 / 0</a:t>
            </a:r>
            <a:r>
              <a:rPr lang="en-US" sz="1600" b="1" i="0" u="none" dirty="0">
                <a:solidFill>
                  <a:srgbClr val="6474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9</a:t>
            </a:r>
            <a:endParaRPr sz="1600" b="1" i="0" u="none" dirty="0">
              <a:solidFill>
                <a:srgbClr val="64748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nter"/>
            </a:endParaRPr>
          </a:p>
        </p:txBody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EEBF8A2E-F859-BF88-7C8C-7198DA45F068}"/>
              </a:ext>
            </a:extLst>
          </p:cNvPr>
          <p:cNvSpPr/>
          <p:nvPr/>
        </p:nvSpPr>
        <p:spPr>
          <a:xfrm>
            <a:off x="579900" y="695033"/>
            <a:ext cx="1002878" cy="258465"/>
          </a:xfrm>
          <a:prstGeom prst="roundRect">
            <a:avLst>
              <a:gd name="adj" fmla="val 47389"/>
            </a:avLst>
          </a:prstGeom>
          <a:noFill/>
          <a:ln w="12700">
            <a:solidFill>
              <a:srgbClr val="FC8337"/>
            </a:solidFill>
            <a:prstDash val="solid"/>
          </a:ln>
        </p:spPr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521E6202-5B4D-B8DE-7A2E-C6CF1BD4FD99}"/>
              </a:ext>
            </a:extLst>
          </p:cNvPr>
          <p:cNvSpPr/>
          <p:nvPr/>
        </p:nvSpPr>
        <p:spPr>
          <a:xfrm>
            <a:off x="681894" y="746032"/>
            <a:ext cx="1408474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FC833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ESCALATION</a:t>
            </a:r>
            <a:endParaRPr lang="en-US" sz="10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6AAFD25E-E521-9C0B-3AD4-5829D16C04EE}"/>
              </a:ext>
            </a:extLst>
          </p:cNvPr>
          <p:cNvSpPr/>
          <p:nvPr/>
        </p:nvSpPr>
        <p:spPr>
          <a:xfrm>
            <a:off x="-3525569" y="4344931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3300" dirty="0"/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B84D67B3-5677-CD05-7059-1FA6DC82191D}"/>
              </a:ext>
            </a:extLst>
          </p:cNvPr>
          <p:cNvSpPr/>
          <p:nvPr/>
        </p:nvSpPr>
        <p:spPr>
          <a:xfrm>
            <a:off x="1693888" y="382911"/>
            <a:ext cx="691944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65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aira Medium" pitchFamily="34" charset="0"/>
              <a:ea typeface="Saira Medium" pitchFamily="34" charset="-122"/>
              <a:cs typeface="Saira Medium" pitchFamily="34" charset="-120"/>
            </a:endParaRPr>
          </a:p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 </a:t>
            </a:r>
            <a:r>
              <a:rPr lang="en-US" sz="2000" b="1" u="sng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28 February 2026 — The War Begins</a:t>
            </a:r>
            <a:endParaRPr lang="en-US" sz="1650" b="1" u="sng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27C72CD9-ED65-6854-98DE-005F53646D8B}"/>
              </a:ext>
            </a:extLst>
          </p:cNvPr>
          <p:cNvSpPr/>
          <p:nvPr/>
        </p:nvSpPr>
        <p:spPr>
          <a:xfrm>
            <a:off x="7672304" y="343703"/>
            <a:ext cx="3639073" cy="24816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900 strikes in 12 hours</a:t>
            </a:r>
            <a:r>
              <a:rPr 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 —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US and Israeli forces hit Iranian nuclear sites, missile infrastructure, air defenses, and leadership targets in the opening wave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Supreme Leader killed</a:t>
            </a:r>
            <a:r>
              <a:rPr 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 —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The strikes assassinated Ali Khamenei; his son Mojtaba Khamenei was later named successor.</a:t>
            </a:r>
            <a:endParaRPr lang="en-US" b="1" dirty="0">
              <a:solidFill>
                <a:schemeClr val="tx2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Talks had just collapsed</a:t>
            </a:r>
            <a:r>
              <a:rPr 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 —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The attack came less than two days after indirect US–Iran negotiations in Geneva, mediated by Oman.</a:t>
            </a:r>
            <a:endParaRPr lang="en-US" b="1" dirty="0">
              <a:solidFill>
                <a:schemeClr val="tx2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l">
              <a:lnSpc>
                <a:spcPct val="127000"/>
              </a:lnSpc>
              <a:buNone/>
            </a:pPr>
            <a:r>
              <a:rPr 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Iran retaliates region-wide</a:t>
            </a:r>
            <a:r>
              <a:rPr 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 —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Missile and drone strikes hit Israel, US bases, and Gulf Arab states, disrupting Hormuz shipping.</a:t>
            </a:r>
            <a:endParaRPr lang="en-US" b="1" dirty="0">
              <a:solidFill>
                <a:schemeClr val="tx2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23362E2-BED2-A8B5-381A-E2C5D4B9A26B}"/>
              </a:ext>
            </a:extLst>
          </p:cNvPr>
          <p:cNvSpPr/>
          <p:nvPr/>
        </p:nvSpPr>
        <p:spPr>
          <a:xfrm>
            <a:off x="7672304" y="5290680"/>
            <a:ext cx="3691169" cy="142833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C245D20-1A3A-E5D9-FB6C-7789E486454E}"/>
              </a:ext>
            </a:extLst>
          </p:cNvPr>
          <p:cNvSpPr/>
          <p:nvPr/>
        </p:nvSpPr>
        <p:spPr>
          <a:xfrm>
            <a:off x="7672303" y="3753266"/>
            <a:ext cx="3639072" cy="142833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4E039CC-AC13-BC1A-772A-E42F30F0A8C2}"/>
              </a:ext>
            </a:extLst>
          </p:cNvPr>
          <p:cNvSpPr/>
          <p:nvPr/>
        </p:nvSpPr>
        <p:spPr>
          <a:xfrm>
            <a:off x="7672303" y="2257394"/>
            <a:ext cx="3639073" cy="1353148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2E14DB1-DD46-9D92-7CDB-C9959893CCAE}"/>
              </a:ext>
            </a:extLst>
          </p:cNvPr>
          <p:cNvSpPr/>
          <p:nvPr/>
        </p:nvSpPr>
        <p:spPr>
          <a:xfrm>
            <a:off x="7672304" y="229765"/>
            <a:ext cx="3639074" cy="1884905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3416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3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22623"/>
            <a:ext cx="753448" cy="201116"/>
          </a:xfrm>
          <a:prstGeom prst="roundRect">
            <a:avLst>
              <a:gd name="adj" fmla="val 47368"/>
            </a:avLst>
          </a:prstGeom>
          <a:noFill/>
          <a:ln w="12700">
            <a:solidFill>
              <a:srgbClr val="FC83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848" y="862310"/>
            <a:ext cx="1204287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CASUALTIES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1060748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The Human Cost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1475" y="1613098"/>
            <a:ext cx="1147833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Reported casualties by 6+ months into the conflict — figures vary by source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67905" y="1963341"/>
            <a:ext cx="3763571" cy="436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00" dirty="0">
                <a:solidFill>
                  <a:srgbClr val="8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3,500+</a:t>
            </a:r>
            <a:endParaRPr lang="en-US" sz="3400" dirty="0">
              <a:solidFill>
                <a:srgbClr val="800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661475" y="2535535"/>
            <a:ext cx="537653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Iranians Killed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1475" y="2797770"/>
            <a:ext cx="537653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 Iran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960120" y="1963341"/>
            <a:ext cx="3763571" cy="436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00" dirty="0">
                <a:solidFill>
                  <a:srgbClr val="8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27,000+</a:t>
            </a:r>
            <a:endParaRPr lang="en-US" sz="3400" dirty="0">
              <a:solidFill>
                <a:srgbClr val="80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153691" y="2535535"/>
            <a:ext cx="537653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Iranians Injured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53691" y="2797770"/>
            <a:ext cx="537653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 Iran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67905" y="3229074"/>
            <a:ext cx="3763571" cy="436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00" dirty="0">
                <a:solidFill>
                  <a:srgbClr val="8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19</a:t>
            </a:r>
            <a:endParaRPr lang="en-US" sz="3400" dirty="0">
              <a:solidFill>
                <a:srgbClr val="80000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61475" y="3801269"/>
            <a:ext cx="537653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US Soldiers Killed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1475" y="4063504"/>
            <a:ext cx="537653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 US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60120" y="3229074"/>
            <a:ext cx="3763571" cy="436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00" dirty="0">
                <a:solidFill>
                  <a:srgbClr val="8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40</a:t>
            </a:r>
            <a:endParaRPr lang="en-US" sz="3400" dirty="0">
              <a:solidFill>
                <a:srgbClr val="800000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153691" y="3801269"/>
            <a:ext cx="537653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Israeli Soldiers Killed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53691" y="4063504"/>
            <a:ext cx="537653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 Israel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67905" y="4494808"/>
            <a:ext cx="3763571" cy="436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00" dirty="0">
                <a:solidFill>
                  <a:srgbClr val="8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31</a:t>
            </a:r>
            <a:endParaRPr lang="en-US" sz="3400" dirty="0">
              <a:solidFill>
                <a:srgbClr val="800000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61475" y="5067002"/>
            <a:ext cx="537653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Israelis  Killed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1475" y="5329237"/>
            <a:ext cx="537653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 Israel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60120" y="4494808"/>
            <a:ext cx="3763571" cy="436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00" dirty="0">
                <a:solidFill>
                  <a:srgbClr val="8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63</a:t>
            </a:r>
            <a:endParaRPr lang="en-US" sz="3400" dirty="0">
              <a:solidFill>
                <a:srgbClr val="800000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6153691" y="5067002"/>
            <a:ext cx="537653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US Aircraft Lost/Damaged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53691" y="5329237"/>
            <a:ext cx="537653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 US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1475" y="5613400"/>
            <a:ext cx="10868745" cy="421977"/>
          </a:xfrm>
          <a:prstGeom prst="roundRect">
            <a:avLst>
              <a:gd name="adj" fmla="val 28220"/>
            </a:avLst>
          </a:prstGeom>
          <a:solidFill>
            <a:srgbClr val="7E3202"/>
          </a:solidFill>
          <a:ln/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30" y="5750223"/>
            <a:ext cx="165294" cy="132259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091280" y="5739011"/>
            <a:ext cx="1091627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Independent monitors (HRANA, OCHA) report higher Iranian civilian tolls than official figures.</a:t>
            </a:r>
            <a:endParaRPr lang="en-US" sz="1000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6B73DE5-ABC3-AED6-933F-CB85D521E18A}"/>
              </a:ext>
            </a:extLst>
          </p:cNvPr>
          <p:cNvSpPr/>
          <p:nvPr/>
        </p:nvSpPr>
        <p:spPr>
          <a:xfrm>
            <a:off x="11093380" y="6380703"/>
            <a:ext cx="1098620" cy="47248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9FE845-F182-C4E1-6BD6-F42F1944A306}"/>
              </a:ext>
            </a:extLst>
          </p:cNvPr>
          <p:cNvSpPr txBox="1"/>
          <p:nvPr/>
        </p:nvSpPr>
        <p:spPr>
          <a:xfrm>
            <a:off x="11409904" y="70220"/>
            <a:ext cx="102608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6474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0</a:t>
            </a:r>
            <a:r>
              <a:rPr lang="en-US" sz="1600" b="1" i="0" u="none" dirty="0">
                <a:solidFill>
                  <a:srgbClr val="6474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6</a:t>
            </a:r>
            <a:r>
              <a:rPr sz="1600" b="1" i="0" u="none" dirty="0">
                <a:solidFill>
                  <a:srgbClr val="6474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 / 0</a:t>
            </a:r>
            <a:r>
              <a:rPr lang="en-US" sz="1600" b="1" i="0" u="none" dirty="0">
                <a:solidFill>
                  <a:srgbClr val="6474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9</a:t>
            </a:r>
            <a:endParaRPr sz="1600" b="1" i="0" u="none" dirty="0">
              <a:solidFill>
                <a:srgbClr val="64748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5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750"/>
                            </p:stCondLst>
                            <p:childTnLst>
                              <p:par>
                                <p:cTn id="2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250"/>
                            </p:stCondLst>
                            <p:childTnLst>
                              <p:par>
                                <p:cTn id="3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000"/>
                            </p:stCondLst>
                            <p:childTnLst>
                              <p:par>
                                <p:cTn id="3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750"/>
                            </p:stCondLst>
                            <p:childTnLst>
                              <p:par>
                                <p:cTn id="4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7500"/>
                            </p:stCondLst>
                            <p:childTnLst>
                              <p:par>
                                <p:cTn id="4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8250"/>
                            </p:stCondLst>
                            <p:childTnLst>
                              <p:par>
                                <p:cTn id="4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9000"/>
                            </p:stCondLst>
                            <p:childTnLst>
                              <p:par>
                                <p:cTn id="5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9750"/>
                            </p:stCondLst>
                            <p:childTnLst>
                              <p:par>
                                <p:cTn id="5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500"/>
                            </p:stCondLst>
                            <p:childTnLst>
                              <p:par>
                                <p:cTn id="6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1250"/>
                            </p:stCondLst>
                            <p:childTnLst>
                              <p:par>
                                <p:cTn id="6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2000"/>
                            </p:stCondLst>
                            <p:childTnLst>
                              <p:par>
                                <p:cTn id="6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2750"/>
                            </p:stCondLst>
                            <p:childTnLst>
                              <p:par>
                                <p:cTn id="7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3500"/>
                            </p:stCondLst>
                            <p:childTnLst>
                              <p:par>
                                <p:cTn id="7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9" dur="2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251843"/>
            <a:ext cx="1199723" cy="272752"/>
          </a:xfrm>
          <a:prstGeom prst="roundRect">
            <a:avLst>
              <a:gd name="adj" fmla="val 47401"/>
            </a:avLst>
          </a:prstGeom>
          <a:noFill/>
          <a:ln w="12700">
            <a:solidFill>
              <a:srgbClr val="FC83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9125" y="1305620"/>
            <a:ext cx="1594009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FC833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BELLIGERENTS</a:t>
            </a:r>
            <a:endParaRPr lang="en-US" sz="11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2"/>
          <p:cNvSpPr/>
          <p:nvPr/>
        </p:nvSpPr>
        <p:spPr>
          <a:xfrm>
            <a:off x="661475" y="1592759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Two Coalitions</a:t>
            </a:r>
            <a:endParaRPr lang="en-US" sz="3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Shape 3"/>
          <p:cNvSpPr/>
          <p:nvPr/>
        </p:nvSpPr>
        <p:spPr>
          <a:xfrm>
            <a:off x="532097" y="2409825"/>
            <a:ext cx="5474059" cy="3196233"/>
          </a:xfrm>
          <a:prstGeom prst="roundRect">
            <a:avLst>
              <a:gd name="adj" fmla="val 8090"/>
            </a:avLst>
          </a:prstGeom>
          <a:solidFill>
            <a:srgbClr val="3E2513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11579" y="2580382"/>
            <a:ext cx="511509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United States, Israel &amp; Partners</a:t>
            </a:r>
            <a:endParaRPr lang="en-US" sz="17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 5"/>
          <p:cNvSpPr/>
          <p:nvPr/>
        </p:nvSpPr>
        <p:spPr>
          <a:xfrm>
            <a:off x="711579" y="3031430"/>
            <a:ext cx="5115095" cy="2141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5E0D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Core:</a:t>
            </a:r>
            <a:r>
              <a:rPr lang="en-US" sz="1400" b="1" dirty="0">
                <a:solidFill>
                  <a:srgbClr val="E5E0D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 United States, Israel</a:t>
            </a:r>
            <a:endParaRPr 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5E0D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Gulf partners:</a:t>
            </a:r>
            <a:r>
              <a:rPr lang="en-US" sz="1400" b="1" dirty="0">
                <a:solidFill>
                  <a:srgbClr val="E5E0D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 Saudi Arabia, UAE, Kuwait, Bahrain</a:t>
            </a:r>
            <a:endParaRPr 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5E0D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Also:</a:t>
            </a:r>
            <a:r>
              <a:rPr lang="en-US" sz="1400" b="1" dirty="0">
                <a:solidFill>
                  <a:srgbClr val="E5E0D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 Yemen (PLC), Iranian separatist groups</a:t>
            </a:r>
            <a:endParaRPr 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5E0D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Other states engaged:</a:t>
            </a:r>
            <a:r>
              <a:rPr lang="en-US" sz="1400" b="1" dirty="0">
                <a:solidFill>
                  <a:srgbClr val="E5E0D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 UK, Azerbaijan, Egypt, Iraq, Jordan, Oman, Qatar, Turkey, Syria — diplomatic, basing, or defensive roles</a:t>
            </a:r>
            <a:endParaRPr 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 6"/>
          <p:cNvSpPr/>
          <p:nvPr/>
        </p:nvSpPr>
        <p:spPr>
          <a:xfrm>
            <a:off x="6321267" y="2580382"/>
            <a:ext cx="521530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Iran &amp; the Axis of Resistance</a:t>
            </a:r>
            <a:endParaRPr lang="en-US" sz="17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 7"/>
          <p:cNvSpPr/>
          <p:nvPr/>
        </p:nvSpPr>
        <p:spPr>
          <a:xfrm>
            <a:off x="6321267" y="3031430"/>
            <a:ext cx="5215303" cy="242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5E0D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Core:</a:t>
            </a:r>
            <a:r>
              <a:rPr lang="en-US" sz="1400" b="1" dirty="0">
                <a:solidFill>
                  <a:srgbClr val="E5E0D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 Iran</a:t>
            </a:r>
            <a:endParaRPr 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5E0D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Axis of Resistance:</a:t>
            </a:r>
            <a:r>
              <a:rPr lang="en-US" sz="1400" b="1" dirty="0">
                <a:solidFill>
                  <a:srgbClr val="E5E0D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 Hezbollah, Houthis, Amal Movement, Popular Mobilization Forces, Islamic Resistance in Iraq</a:t>
            </a:r>
            <a:endParaRPr 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5E0D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Also:</a:t>
            </a:r>
            <a:r>
              <a:rPr lang="en-US" sz="1400" b="1" dirty="0">
                <a:solidFill>
                  <a:srgbClr val="E5E0D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 Hamas, Palestinian Islamic Jihad, PFLP, Islamic Group of Lebanon, Syrian Social Nationalist Party</a:t>
            </a:r>
            <a:endParaRPr 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b="1" i="1" dirty="0">
                <a:solidFill>
                  <a:srgbClr val="E5E0D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Additional parties on both sides engaged in diplomatic, basing, or limited defensive roles.</a:t>
            </a:r>
            <a:endParaRPr 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C41EEA8-FC8E-9C48-B3AD-5C85BF196F1A}"/>
              </a:ext>
            </a:extLst>
          </p:cNvPr>
          <p:cNvSpPr/>
          <p:nvPr/>
        </p:nvSpPr>
        <p:spPr>
          <a:xfrm>
            <a:off x="11093380" y="6380703"/>
            <a:ext cx="1098620" cy="47248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8BF2A5-5C71-E692-3A0A-ABBFBB1D36E9}"/>
              </a:ext>
            </a:extLst>
          </p:cNvPr>
          <p:cNvSpPr txBox="1"/>
          <p:nvPr/>
        </p:nvSpPr>
        <p:spPr>
          <a:xfrm>
            <a:off x="11409904" y="70220"/>
            <a:ext cx="102608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6474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0</a:t>
            </a:r>
            <a:r>
              <a:rPr lang="en-US" sz="1600" b="1" i="0" u="none" dirty="0">
                <a:solidFill>
                  <a:srgbClr val="6474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7</a:t>
            </a:r>
            <a:r>
              <a:rPr sz="1600" b="1" i="0" u="none" dirty="0">
                <a:solidFill>
                  <a:srgbClr val="6474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 / 0</a:t>
            </a:r>
            <a:r>
              <a:rPr lang="en-US" sz="1600" b="1" i="0" u="none" dirty="0">
                <a:solidFill>
                  <a:srgbClr val="6474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9</a:t>
            </a:r>
            <a:endParaRPr sz="1600" b="1" i="0" u="none" dirty="0">
              <a:solidFill>
                <a:srgbClr val="64748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3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3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3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500"/>
                            </p:stCondLst>
                            <p:childTnLst>
                              <p:par>
                                <p:cTn id="1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3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3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000"/>
                            </p:stCondLst>
                            <p:childTnLst>
                              <p:par>
                                <p:cTn id="2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608A628-CAE9-F646-DF68-CB3871174AD5}"/>
              </a:ext>
            </a:extLst>
          </p:cNvPr>
          <p:cNvSpPr/>
          <p:nvPr/>
        </p:nvSpPr>
        <p:spPr>
          <a:xfrm>
            <a:off x="0" y="93305"/>
            <a:ext cx="8864082" cy="89573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C41EEA8-FC8E-9C48-B3AD-5C85BF196F1A}"/>
              </a:ext>
            </a:extLst>
          </p:cNvPr>
          <p:cNvSpPr/>
          <p:nvPr/>
        </p:nvSpPr>
        <p:spPr>
          <a:xfrm>
            <a:off x="11093380" y="6380703"/>
            <a:ext cx="1098620" cy="47248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13"/>
          <p:cNvSpPr/>
          <p:nvPr/>
        </p:nvSpPr>
        <p:spPr>
          <a:xfrm>
            <a:off x="221742" y="333252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Israel's </a:t>
            </a:r>
            <a:r>
              <a:rPr lang="en-US" sz="2800" b="1" u="sng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Undeclared</a:t>
            </a:r>
            <a:r>
              <a:rPr lang="en-US" sz="2800" b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 Arsenal </a:t>
            </a:r>
            <a:r>
              <a:rPr lang="en-US" sz="2800" b="1" u="sng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&amp; the </a:t>
            </a:r>
            <a:r>
              <a:rPr lang="en-US" sz="2800" b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West Hypocrisy</a:t>
            </a:r>
            <a:endParaRPr lang="en-US" sz="2800" b="1" u="sng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Text 14"/>
          <p:cNvSpPr/>
          <p:nvPr/>
        </p:nvSpPr>
        <p:spPr>
          <a:xfrm>
            <a:off x="81783" y="1147666"/>
            <a:ext cx="9790005" cy="3274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spcAft>
                <a:spcPts val="850"/>
              </a:spcAft>
              <a:buNone/>
            </a:pPr>
            <a:r>
              <a:rPr lang="en-US" b="1" dirty="0">
                <a:solidFill>
                  <a:srgbClr val="FFCC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The only nuclear weapons program in the Middle East, begun in the 1960s with French assistance. Israel maintains deliberate ambiguity — neither confirming nor denying it — and the program remains officially unacknowledged by the US.</a:t>
            </a:r>
            <a:endParaRPr lang="en-US" b="1" dirty="0">
              <a:solidFill>
                <a:srgbClr val="FFCC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b="1" dirty="0">
                <a:solidFill>
                  <a:srgbClr val="FFCC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Technician Mordechai Vanunu exposed details in 1986 and was severely punished. During the Gaza war, an Israeli minister and MP each referenced the arsenal in relation to Gaza.</a:t>
            </a:r>
            <a:br>
              <a:rPr lang="en-US" b="1" dirty="0">
                <a:solidFill>
                  <a:srgbClr val="FFCC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br>
              <a:rPr lang="en-US" b="1" dirty="0">
                <a:solidFill>
                  <a:srgbClr val="FFCC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en-US" b="1" dirty="0">
                <a:solidFill>
                  <a:srgbClr val="FFCC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While US says Iran’s nuclear program is dismantling peace, it stays at absolute </a:t>
            </a:r>
            <a:r>
              <a:rPr lang="en-US" b="1" dirty="0" err="1">
                <a:solidFill>
                  <a:srgbClr val="FFCC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silencese</a:t>
            </a:r>
            <a:r>
              <a:rPr lang="en-US" b="1" dirty="0">
                <a:solidFill>
                  <a:srgbClr val="FFCC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 for Israel’s subject of Nuclear Possession. US itself votes in favor of Israel, even using Veto power, protecting its ally at any cost. Irony is that </a:t>
            </a:r>
            <a:r>
              <a:rPr lang="en-US" b="1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US is the one who legally funds $4B each year in Israeli Defense Force, the bombs which have </a:t>
            </a:r>
            <a:r>
              <a:rPr lang="en-US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deliberately </a:t>
            </a:r>
            <a:r>
              <a:rPr lang="en-US" b="1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killed </a:t>
            </a:r>
            <a:r>
              <a:rPr lang="en-US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177,000 civilians </a:t>
            </a:r>
            <a:r>
              <a:rPr lang="en-US" b="1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in </a:t>
            </a:r>
            <a:r>
              <a:rPr lang="en-US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Gaza, Palestine </a:t>
            </a:r>
            <a:r>
              <a:rPr lang="en-US" b="1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in </a:t>
            </a:r>
            <a:r>
              <a:rPr lang="en-US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3 years </a:t>
            </a:r>
            <a:r>
              <a:rPr lang="en-US" b="1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by Israeli military</a:t>
            </a:r>
            <a:r>
              <a:rPr lang="en-US" b="1" dirty="0">
                <a:solidFill>
                  <a:srgbClr val="FFCC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 in the name of special military operation, </a:t>
            </a:r>
            <a:r>
              <a:rPr lang="en-US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16,000</a:t>
            </a:r>
            <a:r>
              <a:rPr lang="en-US" b="1" dirty="0">
                <a:solidFill>
                  <a:srgbClr val="FFCC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 in </a:t>
            </a:r>
            <a:r>
              <a:rPr lang="en-US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Lebanon</a:t>
            </a:r>
            <a:r>
              <a:rPr lang="en-US" b="1" dirty="0">
                <a:solidFill>
                  <a:srgbClr val="FFCC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 in </a:t>
            </a:r>
            <a:r>
              <a:rPr lang="en-US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4 months</a:t>
            </a:r>
            <a:r>
              <a:rPr lang="en-US" b="1" dirty="0">
                <a:solidFill>
                  <a:srgbClr val="FFCC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, and </a:t>
            </a:r>
            <a:r>
              <a:rPr lang="en-US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thousands</a:t>
            </a:r>
            <a:r>
              <a:rPr lang="en-US" b="1" dirty="0">
                <a:solidFill>
                  <a:srgbClr val="FFCC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 in </a:t>
            </a:r>
            <a:r>
              <a:rPr lang="en-US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Syria</a:t>
            </a:r>
            <a:r>
              <a:rPr lang="en-US" b="1" dirty="0">
                <a:solidFill>
                  <a:srgbClr val="FFCC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 for the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34" charset="0"/>
                <a:ea typeface="Roboto" pitchFamily="34" charset="-122"/>
                <a:cs typeface="Roboto" pitchFamily="34" charset="-120"/>
              </a:rPr>
              <a:t>Greater Israel Project.</a:t>
            </a:r>
            <a:endParaRPr lang="en-US" b="1" dirty="0">
              <a:solidFill>
                <a:schemeClr val="tx2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F89B02-3ADA-93B1-FE1C-AFE9CA447E54}"/>
              </a:ext>
            </a:extLst>
          </p:cNvPr>
          <p:cNvSpPr txBox="1"/>
          <p:nvPr/>
        </p:nvSpPr>
        <p:spPr>
          <a:xfrm>
            <a:off x="11409904" y="70220"/>
            <a:ext cx="102608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6474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0</a:t>
            </a:r>
            <a:r>
              <a:rPr lang="en-US" sz="1600" b="1" i="0" u="none" dirty="0">
                <a:solidFill>
                  <a:srgbClr val="6474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8</a:t>
            </a:r>
            <a:r>
              <a:rPr sz="1600" b="1" i="0" u="none" dirty="0">
                <a:solidFill>
                  <a:srgbClr val="6474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 / 0</a:t>
            </a:r>
            <a:r>
              <a:rPr lang="en-US" sz="1600" b="1" i="0" u="none" dirty="0">
                <a:solidFill>
                  <a:srgbClr val="6474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9</a:t>
            </a:r>
            <a:endParaRPr sz="1600" b="1" i="0" u="none" dirty="0">
              <a:solidFill>
                <a:srgbClr val="64748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5596391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2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C9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Whose Rules, Whose War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627632"/>
            <a:ext cx="1188720" cy="27432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166360" cy="1737360"/>
          </a:xfrm>
          <a:prstGeom prst="roundRect">
            <a:avLst>
              <a:gd name="adj" fmla="val 4211"/>
            </a:avLst>
          </a:prstGeom>
          <a:solidFill>
            <a:schemeClr val="bg1">
              <a:lumMod val="95000"/>
              <a:lumOff val="5000"/>
            </a:schemeClr>
          </a:solidFill>
          <a:ln w="12700">
            <a:solidFill>
              <a:srgbClr val="5C0A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67128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C9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selective outrage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587752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5D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institutions that condemned Russia over Ukraine stayed largely silent on Gaza — international law applied as leverage, not principle.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965960"/>
            <a:ext cx="5166360" cy="1737360"/>
          </a:xfrm>
          <a:prstGeom prst="roundRect">
            <a:avLst>
              <a:gd name="adj" fmla="val 4211"/>
            </a:avLst>
          </a:prstGeom>
          <a:solidFill>
            <a:schemeClr val="bg1">
              <a:lumMod val="95000"/>
              <a:lumOff val="5000"/>
            </a:schemeClr>
          </a:solidFill>
          <a:ln w="12700">
            <a:solidFill>
              <a:srgbClr val="5C0A0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2167128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C9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Nations as tribes with borders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37960" y="2587752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5D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rarely act as moral agents. They behave as large, organized tribal interests — loyalty to the in-group first, “international law” invoked only when convenient.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931920"/>
            <a:ext cx="5166360" cy="1737360"/>
          </a:xfrm>
          <a:prstGeom prst="roundRect">
            <a:avLst>
              <a:gd name="adj" fmla="val 4211"/>
            </a:avLst>
          </a:prstGeom>
          <a:solidFill>
            <a:schemeClr val="bg1">
              <a:lumMod val="95000"/>
              <a:lumOff val="5000"/>
            </a:schemeClr>
          </a:solidFill>
          <a:ln w="12700">
            <a:solidFill>
              <a:srgbClr val="5C0A0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133088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C9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keeps power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4553712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5D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Superpowers don’t just compete — they suppress smaller states from rising, because a strong rival's ally is a threat to their own position.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3931920"/>
            <a:ext cx="5166360" cy="1737360"/>
          </a:xfrm>
          <a:prstGeom prst="roundRect">
            <a:avLst>
              <a:gd name="adj" fmla="val 4211"/>
            </a:avLst>
          </a:prstGeom>
          <a:solidFill>
            <a:schemeClr val="bg1">
              <a:lumMod val="95000"/>
              <a:lumOff val="5000"/>
            </a:schemeClr>
          </a:solidFill>
          <a:ln w="12700">
            <a:solidFill>
              <a:srgbClr val="5C0A0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4133088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C9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side is purely just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37960" y="4553712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5D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war has both a devil and a hero, and which one you see depends entirely on which side of the border you were born 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5989320"/>
            <a:ext cx="10515600" cy="658368"/>
          </a:xfrm>
          <a:prstGeom prst="roundRect">
            <a:avLst>
              <a:gd name="adj" fmla="val 8333"/>
            </a:avLst>
          </a:prstGeom>
          <a:solidFill>
            <a:srgbClr val="990011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5989320"/>
            <a:ext cx="10058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on Titan's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lesson: the cycle of hatred survives only because each generation is taught to see itself as the victim and the other as the monster — break the myth, and the war loses its fuel.</a:t>
            </a:r>
            <a:endParaRPr 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F5B6E0-0778-52F5-F42F-7DEA5296EE57}"/>
              </a:ext>
            </a:extLst>
          </p:cNvPr>
          <p:cNvSpPr txBox="1"/>
          <p:nvPr/>
        </p:nvSpPr>
        <p:spPr>
          <a:xfrm>
            <a:off x="11409904" y="70220"/>
            <a:ext cx="102608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6474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0</a:t>
            </a:r>
            <a:r>
              <a:rPr lang="en-US" sz="1600" b="1" i="0" u="none" dirty="0">
                <a:solidFill>
                  <a:srgbClr val="6474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9</a:t>
            </a:r>
            <a:r>
              <a:rPr sz="1600" b="1" i="0" u="none" dirty="0">
                <a:solidFill>
                  <a:srgbClr val="6474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/ 0</a:t>
            </a:r>
            <a:r>
              <a:rPr lang="en-US" sz="1600" b="1" i="0" u="none" dirty="0">
                <a:solidFill>
                  <a:srgbClr val="6474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9</a:t>
            </a:r>
            <a:endParaRPr sz="1600" b="1" i="0" u="none" dirty="0">
              <a:solidFill>
                <a:srgbClr val="64748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nte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2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3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3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3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3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3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3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3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3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3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3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3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3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3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500"/>
                            </p:stCondLst>
                            <p:childTnLst>
                              <p:par>
                                <p:cTn id="5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2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7750"/>
                            </p:stCondLst>
                            <p:childTnLst>
                              <p:par>
                                <p:cTn id="5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2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7"/>
          <p:cNvSpPr/>
          <p:nvPr/>
        </p:nvSpPr>
        <p:spPr>
          <a:xfrm>
            <a:off x="450502" y="1551051"/>
            <a:ext cx="6712298" cy="1732788"/>
          </a:xfrm>
          <a:prstGeom prst="roundRect">
            <a:avLst>
              <a:gd name="adj" fmla="val 15385"/>
            </a:avLst>
          </a:prstGeom>
          <a:solidFill>
            <a:srgbClr val="262B30"/>
          </a:solidFill>
          <a:ln w="12700">
            <a:solidFill>
              <a:srgbClr val="3A3F44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548640" y="448056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98348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48640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98932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6" name="Shape 4"/>
          <p:cNvSpPr/>
          <p:nvPr/>
        </p:nvSpPr>
        <p:spPr>
          <a:xfrm rot="4397509">
            <a:off x="1051560" y="448056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498348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8" name="Shape 6"/>
          <p:cNvSpPr/>
          <p:nvPr/>
        </p:nvSpPr>
        <p:spPr>
          <a:xfrm>
            <a:off x="1051560" y="548640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9" name="Shape 7"/>
          <p:cNvSpPr/>
          <p:nvPr/>
        </p:nvSpPr>
        <p:spPr>
          <a:xfrm>
            <a:off x="1051560" y="598932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10" name="Shape 8"/>
          <p:cNvSpPr/>
          <p:nvPr/>
        </p:nvSpPr>
        <p:spPr>
          <a:xfrm rot="4397509">
            <a:off x="1554480" y="448056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11" name="Shape 9"/>
          <p:cNvSpPr/>
          <p:nvPr/>
        </p:nvSpPr>
        <p:spPr>
          <a:xfrm>
            <a:off x="1554480" y="498348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12" name="Shape 10"/>
          <p:cNvSpPr/>
          <p:nvPr/>
        </p:nvSpPr>
        <p:spPr>
          <a:xfrm>
            <a:off x="1554480" y="548640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13" name="Shape 11"/>
          <p:cNvSpPr/>
          <p:nvPr/>
        </p:nvSpPr>
        <p:spPr>
          <a:xfrm>
            <a:off x="1554480" y="598932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14" name="Shape 12"/>
          <p:cNvSpPr/>
          <p:nvPr/>
        </p:nvSpPr>
        <p:spPr>
          <a:xfrm>
            <a:off x="2057400" y="448056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15" name="Shape 13"/>
          <p:cNvSpPr/>
          <p:nvPr/>
        </p:nvSpPr>
        <p:spPr>
          <a:xfrm>
            <a:off x="2057400" y="498348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16" name="Shape 14"/>
          <p:cNvSpPr/>
          <p:nvPr/>
        </p:nvSpPr>
        <p:spPr>
          <a:xfrm>
            <a:off x="2057400" y="548640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17" name="Shape 15"/>
          <p:cNvSpPr/>
          <p:nvPr/>
        </p:nvSpPr>
        <p:spPr>
          <a:xfrm>
            <a:off x="2057400" y="598932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18" name="Shape 16"/>
          <p:cNvSpPr/>
          <p:nvPr/>
        </p:nvSpPr>
        <p:spPr>
          <a:xfrm>
            <a:off x="2560320" y="448056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19" name="Shape 17"/>
          <p:cNvSpPr/>
          <p:nvPr/>
        </p:nvSpPr>
        <p:spPr>
          <a:xfrm>
            <a:off x="2560320" y="498348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20" name="Shape 18"/>
          <p:cNvSpPr/>
          <p:nvPr/>
        </p:nvSpPr>
        <p:spPr>
          <a:xfrm>
            <a:off x="2560320" y="548640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21" name="Shape 19"/>
          <p:cNvSpPr/>
          <p:nvPr/>
        </p:nvSpPr>
        <p:spPr>
          <a:xfrm>
            <a:off x="2560320" y="598932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22" name="Shape 20"/>
          <p:cNvSpPr/>
          <p:nvPr/>
        </p:nvSpPr>
        <p:spPr>
          <a:xfrm>
            <a:off x="3063240" y="448056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23" name="Shape 21"/>
          <p:cNvSpPr/>
          <p:nvPr/>
        </p:nvSpPr>
        <p:spPr>
          <a:xfrm>
            <a:off x="3063240" y="498348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24" name="Shape 22"/>
          <p:cNvSpPr/>
          <p:nvPr/>
        </p:nvSpPr>
        <p:spPr>
          <a:xfrm>
            <a:off x="3063240" y="548640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25" name="Shape 23"/>
          <p:cNvSpPr/>
          <p:nvPr/>
        </p:nvSpPr>
        <p:spPr>
          <a:xfrm>
            <a:off x="3063240" y="598932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26" name="Shape 24"/>
          <p:cNvSpPr/>
          <p:nvPr/>
        </p:nvSpPr>
        <p:spPr>
          <a:xfrm>
            <a:off x="1548872" y="3148965"/>
            <a:ext cx="4734098" cy="45719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27" name="Text 25"/>
          <p:cNvSpPr/>
          <p:nvPr/>
        </p:nvSpPr>
        <p:spPr>
          <a:xfrm>
            <a:off x="1322983" y="1823085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800" dirty="0"/>
          </a:p>
        </p:txBody>
      </p:sp>
      <p:sp>
        <p:nvSpPr>
          <p:cNvPr id="28" name="Text 26"/>
          <p:cNvSpPr/>
          <p:nvPr/>
        </p:nvSpPr>
        <p:spPr>
          <a:xfrm>
            <a:off x="1946031" y="1283904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95420"/>
                </a:solidFill>
                <a:latin typeface="Cambria" pitchFamily="34" charset="0"/>
                <a:ea typeface="Cambria" pitchFamily="34" charset="-122"/>
              </a:rPr>
              <a:t>_-_-_-_-_-_-_-_-_-</a:t>
            </a:r>
            <a:endParaRPr lang="en-US" sz="4200" dirty="0"/>
          </a:p>
        </p:txBody>
      </p:sp>
      <p:sp>
        <p:nvSpPr>
          <p:cNvPr id="34" name="Text 32"/>
          <p:cNvSpPr/>
          <p:nvPr/>
        </p:nvSpPr>
        <p:spPr>
          <a:xfrm>
            <a:off x="82296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Distributions  ·  Computer Science  ·  Grade 11</a:t>
            </a:r>
            <a:endParaRPr lang="en-US" sz="1100" dirty="0"/>
          </a:p>
        </p:txBody>
      </p:sp>
      <p:sp>
        <p:nvSpPr>
          <p:cNvPr id="38" name="Shape 25">
            <a:extLst>
              <a:ext uri="{FF2B5EF4-FFF2-40B4-BE49-F238E27FC236}">
                <a16:creationId xmlns:a16="http://schemas.microsoft.com/office/drawing/2014/main" id="{4E8B75CA-6EFD-F474-9560-2FAE8F6FEF5B}"/>
              </a:ext>
            </a:extLst>
          </p:cNvPr>
          <p:cNvSpPr/>
          <p:nvPr/>
        </p:nvSpPr>
        <p:spPr>
          <a:xfrm>
            <a:off x="6355181" y="3603879"/>
            <a:ext cx="100584" cy="100584"/>
          </a:xfrm>
          <a:prstGeom prst="ellipse">
            <a:avLst/>
          </a:prstGeom>
          <a:solidFill>
            <a:srgbClr val="E9564F"/>
          </a:solidFill>
          <a:ln/>
        </p:spPr>
      </p:sp>
      <p:sp>
        <p:nvSpPr>
          <p:cNvPr id="39" name="Shape 26">
            <a:extLst>
              <a:ext uri="{FF2B5EF4-FFF2-40B4-BE49-F238E27FC236}">
                <a16:creationId xmlns:a16="http://schemas.microsoft.com/office/drawing/2014/main" id="{1DD54BB1-8BAC-544F-D2BE-9925B5D6B927}"/>
              </a:ext>
            </a:extLst>
          </p:cNvPr>
          <p:cNvSpPr/>
          <p:nvPr/>
        </p:nvSpPr>
        <p:spPr>
          <a:xfrm>
            <a:off x="6556349" y="3603879"/>
            <a:ext cx="100584" cy="100584"/>
          </a:xfrm>
          <a:prstGeom prst="ellipse">
            <a:avLst/>
          </a:prstGeom>
          <a:solidFill>
            <a:srgbClr val="E9C7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27">
            <a:extLst>
              <a:ext uri="{FF2B5EF4-FFF2-40B4-BE49-F238E27FC236}">
                <a16:creationId xmlns:a16="http://schemas.microsoft.com/office/drawing/2014/main" id="{B873E185-09B8-4900-4C54-37028619DC29}"/>
              </a:ext>
            </a:extLst>
          </p:cNvPr>
          <p:cNvSpPr/>
          <p:nvPr/>
        </p:nvSpPr>
        <p:spPr>
          <a:xfrm>
            <a:off x="6757517" y="3603879"/>
            <a:ext cx="100584" cy="100584"/>
          </a:xfrm>
          <a:prstGeom prst="ellipse">
            <a:avLst/>
          </a:prstGeom>
          <a:solidFill>
            <a:srgbClr val="39D353"/>
          </a:solidFill>
          <a:ln/>
        </p:spPr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9FBC8DB8-4217-33A1-362D-43662B28D4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596" b="99427" l="9615" r="89510">
                        <a14:foregroundMark x1="48951" y1="9456" x2="48776" y2="8596"/>
                        <a14:foregroundMark x1="39336" y1="96275" x2="54720" y2="96275"/>
                        <a14:foregroundMark x1="54720" y1="96275" x2="38287" y2="90831"/>
                        <a14:foregroundMark x1="33217" y1="95129" x2="33217" y2="99427"/>
                        <a14:foregroundMark x1="29021" y1="49857" x2="26748" y2="45272"/>
                        <a14:foregroundMark x1="28671" y1="51862" x2="28322" y2="50716"/>
                        <a14:foregroundMark x1="48951" y1="41547" x2="51399" y2="33811"/>
                        <a14:foregroundMark x1="50350" y1="32378" x2="52098" y2="352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06592" y="2141113"/>
            <a:ext cx="7650176" cy="46676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3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3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4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4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39" grpId="0" animBg="1"/>
    </p:bld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Ion">
  <a:themeElements>
    <a:clrScheme name="Custom 2">
      <a:dk1>
        <a:sysClr val="windowText" lastClr="000000"/>
      </a:dk1>
      <a:lt1>
        <a:sysClr val="window" lastClr="FFFFFF"/>
      </a:lt1>
      <a:dk2>
        <a:srgbClr val="000000"/>
      </a:dk2>
      <a:lt2>
        <a:srgbClr val="EBEBEB"/>
      </a:lt2>
      <a:accent1>
        <a:srgbClr val="000000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416</TotalTime>
  <Words>1108</Words>
  <Application>Microsoft Office PowerPoint</Application>
  <PresentationFormat>Widescreen</PresentationFormat>
  <Paragraphs>132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27" baseType="lpstr">
      <vt:lpstr>Algerian</vt:lpstr>
      <vt:lpstr>Aptos</vt:lpstr>
      <vt:lpstr>Aptos Display</vt:lpstr>
      <vt:lpstr>Arial</vt:lpstr>
      <vt:lpstr>Calibri</vt:lpstr>
      <vt:lpstr>Cambria</vt:lpstr>
      <vt:lpstr>Century Gothic</vt:lpstr>
      <vt:lpstr>Courier New</vt:lpstr>
      <vt:lpstr>Google Sans</vt:lpstr>
      <vt:lpstr>Inter</vt:lpstr>
      <vt:lpstr>Roboto</vt:lpstr>
      <vt:lpstr>Roboto Bold</vt:lpstr>
      <vt:lpstr>Saira Medium</vt:lpstr>
      <vt:lpstr>Space Grotesk</vt:lpstr>
      <vt:lpstr>Wingdings 3</vt:lpstr>
      <vt:lpstr>Office Theme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Mr. Himmu</dc:creator>
  <cp:lastModifiedBy>Mr. Himmu</cp:lastModifiedBy>
  <cp:revision>1</cp:revision>
  <dcterms:created xsi:type="dcterms:W3CDTF">2026-09-09T08:02:21Z</dcterms:created>
  <dcterms:modified xsi:type="dcterms:W3CDTF">2026-09-22T10:33:50Z</dcterms:modified>
</cp:coreProperties>
</file>