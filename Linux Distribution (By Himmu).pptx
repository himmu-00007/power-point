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8" r:id="rId3"/>
    <p:sldMasterId id="2147483681" r:id="rId4"/>
  </p:sldMasterIdLst>
  <p:notesMasterIdLst>
    <p:notesMasterId r:id="rId12"/>
  </p:notesMasterIdLst>
  <p:sldIdLst>
    <p:sldId id="267" r:id="rId5"/>
    <p:sldId id="268" r:id="rId6"/>
    <p:sldId id="258" r:id="rId7"/>
    <p:sldId id="259" r:id="rId8"/>
    <p:sldId id="263" r:id="rId9"/>
    <p:sldId id="264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Himmu" userId="b09b5b51d18eb658" providerId="LiveId" clId="{C352F9F3-30A9-4B9E-83B7-8296CF18294E}"/>
    <pc:docChg chg="undo redo custSel addSld delSld modSld sldOrd modMainMaster">
      <pc:chgData name="Mr. Himmu" userId="b09b5b51d18eb658" providerId="LiveId" clId="{C352F9F3-30A9-4B9E-83B7-8296CF18294E}" dt="2026-08-05T10:25:19.794" v="3720"/>
      <pc:docMkLst>
        <pc:docMk/>
      </pc:docMkLst>
      <pc:sldChg chg="del">
        <pc:chgData name="Mr. Himmu" userId="b09b5b51d18eb658" providerId="LiveId" clId="{C352F9F3-30A9-4B9E-83B7-8296CF18294E}" dt="2026-08-04T16:12:07.359" v="6" actId="2696"/>
        <pc:sldMkLst>
          <pc:docMk/>
          <pc:sldMk cId="0" sldId="256"/>
        </pc:sldMkLst>
      </pc:sldChg>
      <pc:sldChg chg="addSp delSp modSp del mod modTransition">
        <pc:chgData name="Mr. Himmu" userId="b09b5b51d18eb658" providerId="LiveId" clId="{C352F9F3-30A9-4B9E-83B7-8296CF18294E}" dt="2026-08-05T06:45:22.551" v="439" actId="2696"/>
        <pc:sldMkLst>
          <pc:docMk/>
          <pc:sldMk cId="0" sldId="257"/>
        </pc:sldMkLst>
        <pc:spChg chg="mod">
          <ac:chgData name="Mr. Himmu" userId="b09b5b51d18eb658" providerId="LiveId" clId="{C352F9F3-30A9-4B9E-83B7-8296CF18294E}" dt="2026-08-05T06:29:00.978" v="38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r. Himmu" userId="b09b5b51d18eb658" providerId="LiveId" clId="{C352F9F3-30A9-4B9E-83B7-8296CF18294E}" dt="2026-08-05T06:31:36.278" v="39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Mr. Himmu" userId="b09b5b51d18eb658" providerId="LiveId" clId="{C352F9F3-30A9-4B9E-83B7-8296CF18294E}" dt="2026-08-05T06:43:56.324" v="435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Mr. Himmu" userId="b09b5b51d18eb658" providerId="LiveId" clId="{C352F9F3-30A9-4B9E-83B7-8296CF18294E}" dt="2026-08-05T06:31:54.508" v="391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r. Himmu" userId="b09b5b51d18eb658" providerId="LiveId" clId="{C352F9F3-30A9-4B9E-83B7-8296CF18294E}" dt="2026-08-04T16:41:38.707" v="248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Mr. Himmu" userId="b09b5b51d18eb658" providerId="LiveId" clId="{C352F9F3-30A9-4B9E-83B7-8296CF18294E}" dt="2026-08-04T16:13:57.892" v="14" actId="1076"/>
          <ac:spMkLst>
            <pc:docMk/>
            <pc:sldMk cId="0" sldId="257"/>
            <ac:spMk id="15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6:43:27.629" v="426"/>
          <ac:spMkLst>
            <pc:docMk/>
            <pc:sldMk cId="0" sldId="257"/>
            <ac:spMk id="16" creationId="{82931F21-5613-9D3D-1F13-1E39133AA744}"/>
          </ac:spMkLst>
        </pc:spChg>
        <pc:picChg chg="del">
          <ac:chgData name="Mr. Himmu" userId="b09b5b51d18eb658" providerId="LiveId" clId="{C352F9F3-30A9-4B9E-83B7-8296CF18294E}" dt="2026-08-04T16:13:11.046" v="7" actId="21"/>
          <ac:picMkLst>
            <pc:docMk/>
            <pc:sldMk cId="0" sldId="257"/>
            <ac:picMk id="33" creationId="{4CDEAB6D-E545-E827-703E-4C1802FE97AA}"/>
          </ac:picMkLst>
        </pc:picChg>
        <pc:picChg chg="add mod ord">
          <ac:chgData name="Mr. Himmu" userId="b09b5b51d18eb658" providerId="LiveId" clId="{C352F9F3-30A9-4B9E-83B7-8296CF18294E}" dt="2026-08-05T06:43:29.958" v="430" actId="1076"/>
          <ac:picMkLst>
            <pc:docMk/>
            <pc:sldMk cId="0" sldId="257"/>
            <ac:picMk id="34" creationId="{0C47B0AB-F897-21BF-FF1C-F802A4623B05}"/>
          </ac:picMkLst>
        </pc:picChg>
      </pc:sldChg>
      <pc:sldChg chg="addSp delSp modSp mod modTransition setBg modAnim">
        <pc:chgData name="Mr. Himmu" userId="b09b5b51d18eb658" providerId="LiveId" clId="{C352F9F3-30A9-4B9E-83B7-8296CF18294E}" dt="2026-08-05T10:06:10.938" v="3576"/>
        <pc:sldMkLst>
          <pc:docMk/>
          <pc:sldMk cId="0" sldId="258"/>
        </pc:sldMkLst>
        <pc:spChg chg="mod">
          <ac:chgData name="Mr. Himmu" userId="b09b5b51d18eb658" providerId="LiveId" clId="{C352F9F3-30A9-4B9E-83B7-8296CF18294E}" dt="2026-08-05T07:37:20.606" v="94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r. Himmu" userId="b09b5b51d18eb658" providerId="LiveId" clId="{C352F9F3-30A9-4B9E-83B7-8296CF18294E}" dt="2026-08-05T09:39:40.409" v="322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Mr. Himmu" userId="b09b5b51d18eb658" providerId="LiveId" clId="{C352F9F3-30A9-4B9E-83B7-8296CF18294E}" dt="2026-08-04T16:36:22.046" v="176" actId="21"/>
          <ac:spMkLst>
            <pc:docMk/>
            <pc:sldMk cId="0" sldId="258"/>
            <ac:spMk id="7" creationId="{00000000-0000-0000-0000-000000000000}"/>
          </ac:spMkLst>
        </pc:spChg>
        <pc:spChg chg="del">
          <ac:chgData name="Mr. Himmu" userId="b09b5b51d18eb658" providerId="LiveId" clId="{C352F9F3-30A9-4B9E-83B7-8296CF18294E}" dt="2026-08-04T16:36:24.800" v="178" actId="21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Mr. Himmu" userId="b09b5b51d18eb658" providerId="LiveId" clId="{C352F9F3-30A9-4B9E-83B7-8296CF18294E}" dt="2026-08-05T10:03:56.258" v="3558" actId="1076"/>
          <ac:spMkLst>
            <pc:docMk/>
            <pc:sldMk cId="0" sldId="258"/>
            <ac:spMk id="8" creationId="{B9616813-53CB-7EC5-000F-3B41E8792B4B}"/>
          </ac:spMkLst>
        </pc:spChg>
        <pc:spChg chg="del">
          <ac:chgData name="Mr. Himmu" userId="b09b5b51d18eb658" providerId="LiveId" clId="{C352F9F3-30A9-4B9E-83B7-8296CF18294E}" dt="2026-08-04T16:36:23.948" v="177" actId="21"/>
          <ac:spMkLst>
            <pc:docMk/>
            <pc:sldMk cId="0" sldId="258"/>
            <ac:spMk id="9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r. Himmu" userId="b09b5b51d18eb658" providerId="LiveId" clId="{C352F9F3-30A9-4B9E-83B7-8296CF18294E}" dt="2026-08-05T10:02:10.191" v="3553" actId="17032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13" creationId="{00000000-0000-0000-0000-000000000000}"/>
          </ac:spMkLst>
        </pc:spChg>
        <pc:spChg chg="mod ord">
          <ac:chgData name="Mr. Himmu" userId="b09b5b51d18eb658" providerId="LiveId" clId="{C352F9F3-30A9-4B9E-83B7-8296CF18294E}" dt="2026-08-05T10:02:19.801" v="3556" actId="17032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r. Himmu" userId="b09b5b51d18eb658" providerId="LiveId" clId="{C352F9F3-30A9-4B9E-83B7-8296CF18294E}" dt="2026-08-05T10:02:17.105" v="3555" actId="17032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r. Himmu" userId="b09b5b51d18eb658" providerId="LiveId" clId="{C352F9F3-30A9-4B9E-83B7-8296CF18294E}" dt="2026-08-05T09:42:01.083" v="324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19" creationId="{00000000-0000-0000-0000-000000000000}"/>
          </ac:spMkLst>
        </pc:spChg>
        <pc:spChg chg="mod ord">
          <ac:chgData name="Mr. Himmu" userId="b09b5b51d18eb658" providerId="LiveId" clId="{C352F9F3-30A9-4B9E-83B7-8296CF18294E}" dt="2026-08-05T10:02:29.082" v="3557" actId="17032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22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24" creationId="{22DEA7FE-D76F-CCEA-F559-618091894D73}"/>
          </ac:spMkLst>
        </pc:spChg>
        <pc:spChg chg="add 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25" creationId="{DF8C14ED-5268-E292-4055-6930DB240CF4}"/>
          </ac:spMkLst>
        </pc:spChg>
        <pc:spChg chg="add mod">
          <ac:chgData name="Mr. Himmu" userId="b09b5b51d18eb658" providerId="LiveId" clId="{C352F9F3-30A9-4B9E-83B7-8296CF18294E}" dt="2026-08-05T09:40:00.762" v="3227" actId="1076"/>
          <ac:spMkLst>
            <pc:docMk/>
            <pc:sldMk cId="0" sldId="258"/>
            <ac:spMk id="26" creationId="{07482464-32E2-BC3D-BF74-ADA47C8D07F1}"/>
          </ac:spMkLst>
        </pc:spChg>
        <pc:picChg chg="add mod">
          <ac:chgData name="Mr. Himmu" userId="b09b5b51d18eb658" providerId="LiveId" clId="{C352F9F3-30A9-4B9E-83B7-8296CF18294E}" dt="2026-08-05T09:43:02.873" v="3258" actId="1076"/>
          <ac:picMkLst>
            <pc:docMk/>
            <pc:sldMk cId="0" sldId="258"/>
            <ac:picMk id="7" creationId="{31B1F953-FC5D-69B8-9FA8-B64B452E779E}"/>
          </ac:picMkLst>
        </pc:picChg>
      </pc:sldChg>
      <pc:sldChg chg="addSp delSp modSp mod modTransition setBg modAnim">
        <pc:chgData name="Mr. Himmu" userId="b09b5b51d18eb658" providerId="LiveId" clId="{C352F9F3-30A9-4B9E-83B7-8296CF18294E}" dt="2026-08-05T10:08:17.316" v="3621" actId="20577"/>
        <pc:sldMkLst>
          <pc:docMk/>
          <pc:sldMk cId="0" sldId="259"/>
        </pc:sldMkLst>
        <pc:spChg chg="mod">
          <ac:chgData name="Mr. Himmu" userId="b09b5b51d18eb658" providerId="LiveId" clId="{C352F9F3-30A9-4B9E-83B7-8296CF18294E}" dt="2026-08-05T07:47:08.254" v="114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r. Himmu" userId="b09b5b51d18eb658" providerId="LiveId" clId="{C352F9F3-30A9-4B9E-83B7-8296CF18294E}" dt="2026-08-05T08:11:47.728" v="1482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Mr. Himmu" userId="b09b5b51d18eb658" providerId="LiveId" clId="{C352F9F3-30A9-4B9E-83B7-8296CF18294E}" dt="2026-08-05T08:34:18.183" v="1726" actId="17032"/>
          <ac:spMkLst>
            <pc:docMk/>
            <pc:sldMk cId="0" sldId="259"/>
            <ac:spMk id="5" creationId="{00000000-0000-0000-0000-000000000000}"/>
          </ac:spMkLst>
        </pc:spChg>
        <pc:spChg chg="mod">
          <ac:chgData name="Mr. Himmu" userId="b09b5b51d18eb658" providerId="LiveId" clId="{C352F9F3-30A9-4B9E-83B7-8296CF18294E}" dt="2026-08-05T10:08:17.316" v="3621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Mr. Himmu" userId="b09b5b51d18eb658" providerId="LiveId" clId="{C352F9F3-30A9-4B9E-83B7-8296CF18294E}" dt="2026-08-05T08:25:30.562" v="1680" actId="1076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8:34:48.875" v="1727" actId="21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r. Himmu" userId="b09b5b51d18eb658" providerId="LiveId" clId="{C352F9F3-30A9-4B9E-83B7-8296CF18294E}" dt="2026-08-05T08:28:17.112" v="1702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r. Himmu" userId="b09b5b51d18eb658" providerId="LiveId" clId="{C352F9F3-30A9-4B9E-83B7-8296CF18294E}" dt="2026-08-05T08:21:58.610" v="1657" actId="11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r. Himmu" userId="b09b5b51d18eb658" providerId="LiveId" clId="{C352F9F3-30A9-4B9E-83B7-8296CF18294E}" dt="2026-08-05T08:33:54.895" v="1721" actId="17032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r. Himmu" userId="b09b5b51d18eb658" providerId="LiveId" clId="{C352F9F3-30A9-4B9E-83B7-8296CF18294E}" dt="2026-08-05T08:05:19.994" v="1403" actId="17032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r. Himmu" userId="b09b5b51d18eb658" providerId="LiveId" clId="{C352F9F3-30A9-4B9E-83B7-8296CF18294E}" dt="2026-08-05T10:08:09.256" v="3609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r. Himmu" userId="b09b5b51d18eb658" providerId="LiveId" clId="{C352F9F3-30A9-4B9E-83B7-8296CF18294E}" dt="2026-08-05T08:08:38.838" v="1472" actId="2057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Mr. Himmu" userId="b09b5b51d18eb658" providerId="LiveId" clId="{C352F9F3-30A9-4B9E-83B7-8296CF18294E}" dt="2026-08-05T08:33:29.830" v="1719" actId="17032"/>
          <ac:spMkLst>
            <pc:docMk/>
            <pc:sldMk cId="0" sldId="259"/>
            <ac:spMk id="31" creationId="{00000000-0000-0000-0000-000000000000}"/>
          </ac:spMkLst>
        </pc:spChg>
        <pc:spChg chg="mod">
          <ac:chgData name="Mr. Himmu" userId="b09b5b51d18eb658" providerId="LiveId" clId="{C352F9F3-30A9-4B9E-83B7-8296CF18294E}" dt="2026-08-05T10:08:03.483" v="3601" actId="2057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Mr. Himmu" userId="b09b5b51d18eb658" providerId="LiveId" clId="{C352F9F3-30A9-4B9E-83B7-8296CF18294E}" dt="2026-08-05T08:21:47.023" v="1656" actId="20577"/>
          <ac:spMkLst>
            <pc:docMk/>
            <pc:sldMk cId="0" sldId="259"/>
            <ac:spMk id="43" creationId="{00000000-0000-0000-0000-000000000000}"/>
          </ac:spMkLst>
        </pc:spChg>
        <pc:spChg chg="mod">
          <ac:chgData name="Mr. Himmu" userId="b09b5b51d18eb658" providerId="LiveId" clId="{C352F9F3-30A9-4B9E-83B7-8296CF18294E}" dt="2026-08-05T08:33:33.470" v="1720" actId="17032"/>
          <ac:spMkLst>
            <pc:docMk/>
            <pc:sldMk cId="0" sldId="259"/>
            <ac:spMk id="44" creationId="{00000000-0000-0000-0000-000000000000}"/>
          </ac:spMkLst>
        </pc:spChg>
        <pc:spChg chg="mod">
          <ac:chgData name="Mr. Himmu" userId="b09b5b51d18eb658" providerId="LiveId" clId="{C352F9F3-30A9-4B9E-83B7-8296CF18294E}" dt="2026-08-05T08:35:25.488" v="1729" actId="207"/>
          <ac:spMkLst>
            <pc:docMk/>
            <pc:sldMk cId="0" sldId="259"/>
            <ac:spMk id="46" creationId="{00000000-0000-0000-0000-000000000000}"/>
          </ac:spMkLst>
        </pc:spChg>
        <pc:spChg chg="mod">
          <ac:chgData name="Mr. Himmu" userId="b09b5b51d18eb658" providerId="LiveId" clId="{C352F9F3-30A9-4B9E-83B7-8296CF18294E}" dt="2026-08-05T10:07:59.112" v="3591" actId="20577"/>
          <ac:spMkLst>
            <pc:docMk/>
            <pc:sldMk cId="0" sldId="259"/>
            <ac:spMk id="47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29:35.191" v="1710" actId="1076"/>
          <ac:spMkLst>
            <pc:docMk/>
            <pc:sldMk cId="0" sldId="259"/>
            <ac:spMk id="58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32:07.224" v="1717" actId="1076"/>
          <ac:spMkLst>
            <pc:docMk/>
            <pc:sldMk cId="0" sldId="259"/>
            <ac:spMk id="59" creationId="{00000000-0000-0000-0000-000000000000}"/>
          </ac:spMkLst>
        </pc:spChg>
        <pc:spChg chg="add mod ord">
          <ac:chgData name="Mr. Himmu" userId="b09b5b51d18eb658" providerId="LiveId" clId="{C352F9F3-30A9-4B9E-83B7-8296CF18294E}" dt="2026-08-05T08:32:03.025" v="1716" actId="1076"/>
          <ac:spMkLst>
            <pc:docMk/>
            <pc:sldMk cId="0" sldId="259"/>
            <ac:spMk id="60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29:40.360" v="1711" actId="1076"/>
          <ac:spMkLst>
            <pc:docMk/>
            <pc:sldMk cId="0" sldId="259"/>
            <ac:spMk id="61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31:32.593" v="1714" actId="1076"/>
          <ac:spMkLst>
            <pc:docMk/>
            <pc:sldMk cId="0" sldId="259"/>
            <ac:spMk id="62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31:43.473" v="1715" actId="1076"/>
          <ac:spMkLst>
            <pc:docMk/>
            <pc:sldMk cId="0" sldId="259"/>
            <ac:spMk id="63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28:44.463" v="1705" actId="20577"/>
          <ac:spMkLst>
            <pc:docMk/>
            <pc:sldMk cId="0" sldId="259"/>
            <ac:spMk id="64" creationId="{FCCF2D2C-E8C9-886D-F8D0-E597C8AA8EFA}"/>
          </ac:spMkLst>
        </pc:spChg>
      </pc:sldChg>
      <pc:sldChg chg="del modTransition">
        <pc:chgData name="Mr. Himmu" userId="b09b5b51d18eb658" providerId="LiveId" clId="{C352F9F3-30A9-4B9E-83B7-8296CF18294E}" dt="2026-08-05T08:37:37.170" v="1735" actId="2696"/>
        <pc:sldMkLst>
          <pc:docMk/>
          <pc:sldMk cId="0" sldId="260"/>
        </pc:sldMkLst>
      </pc:sldChg>
      <pc:sldChg chg="add del ord modTransition setBg">
        <pc:chgData name="Mr. Himmu" userId="b09b5b51d18eb658" providerId="LiveId" clId="{C352F9F3-30A9-4B9E-83B7-8296CF18294E}" dt="2026-08-05T08:38:20.577" v="1738" actId="2696"/>
        <pc:sldMkLst>
          <pc:docMk/>
          <pc:sldMk cId="0" sldId="261"/>
        </pc:sldMkLst>
      </pc:sldChg>
      <pc:sldChg chg="delSp modSp del mod modTransition">
        <pc:chgData name="Mr. Himmu" userId="b09b5b51d18eb658" providerId="LiveId" clId="{C352F9F3-30A9-4B9E-83B7-8296CF18294E}" dt="2026-08-05T08:37:32.386" v="1734" actId="2696"/>
        <pc:sldMkLst>
          <pc:docMk/>
          <pc:sldMk cId="0" sldId="262"/>
        </pc:sldMkLst>
        <pc:spChg chg="del mod">
          <ac:chgData name="Mr. Himmu" userId="b09b5b51d18eb658" providerId="LiveId" clId="{C352F9F3-30A9-4B9E-83B7-8296CF18294E}" dt="2026-08-05T08:23:09.906" v="1665" actId="21"/>
          <ac:spMkLst>
            <pc:docMk/>
            <pc:sldMk cId="0" sldId="262"/>
            <ac:spMk id="5" creationId="{00000000-0000-0000-0000-000000000000}"/>
          </ac:spMkLst>
        </pc:spChg>
        <pc:spChg chg="del">
          <ac:chgData name="Mr. Himmu" userId="b09b5b51d18eb658" providerId="LiveId" clId="{C352F9F3-30A9-4B9E-83B7-8296CF18294E}" dt="2026-08-05T08:22:44.195" v="1659" actId="21"/>
          <ac:spMkLst>
            <pc:docMk/>
            <pc:sldMk cId="0" sldId="262"/>
            <ac:spMk id="6" creationId="{00000000-0000-0000-0000-000000000000}"/>
          </ac:spMkLst>
        </pc:spChg>
        <pc:spChg chg="del">
          <ac:chgData name="Mr. Himmu" userId="b09b5b51d18eb658" providerId="LiveId" clId="{C352F9F3-30A9-4B9E-83B7-8296CF18294E}" dt="2026-08-05T08:22:44.195" v="1659" actId="21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8:23:07.857" v="1664" actId="21"/>
          <ac:spMkLst>
            <pc:docMk/>
            <pc:sldMk cId="0" sldId="262"/>
            <ac:spMk id="12" creationId="{00000000-0000-0000-0000-000000000000}"/>
          </ac:spMkLst>
        </pc:spChg>
        <pc:spChg chg="del">
          <ac:chgData name="Mr. Himmu" userId="b09b5b51d18eb658" providerId="LiveId" clId="{C352F9F3-30A9-4B9E-83B7-8296CF18294E}" dt="2026-08-05T08:23:14.030" v="1666" actId="21"/>
          <ac:spMkLst>
            <pc:docMk/>
            <pc:sldMk cId="0" sldId="262"/>
            <ac:spMk id="13" creationId="{00000000-0000-0000-0000-000000000000}"/>
          </ac:spMkLst>
        </pc:spChg>
        <pc:spChg chg="del">
          <ac:chgData name="Mr. Himmu" userId="b09b5b51d18eb658" providerId="LiveId" clId="{C352F9F3-30A9-4B9E-83B7-8296CF18294E}" dt="2026-08-05T08:23:14.030" v="1666" actId="2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r. Himmu" userId="b09b5b51d18eb658" providerId="LiveId" clId="{C352F9F3-30A9-4B9E-83B7-8296CF18294E}" dt="2026-08-05T08:23:34.166" v="1670" actId="1076"/>
          <ac:spMkLst>
            <pc:docMk/>
            <pc:sldMk cId="0" sldId="262"/>
            <ac:spMk id="19" creationId="{00000000-0000-0000-0000-000000000000}"/>
          </ac:spMkLst>
        </pc:spChg>
        <pc:spChg chg="del">
          <ac:chgData name="Mr. Himmu" userId="b09b5b51d18eb658" providerId="LiveId" clId="{C352F9F3-30A9-4B9E-83B7-8296CF18294E}" dt="2026-08-05T08:23:38.639" v="1671" actId="21"/>
          <ac:spMkLst>
            <pc:docMk/>
            <pc:sldMk cId="0" sldId="262"/>
            <ac:spMk id="20" creationId="{00000000-0000-0000-0000-000000000000}"/>
          </ac:spMkLst>
        </pc:spChg>
        <pc:spChg chg="del">
          <ac:chgData name="Mr. Himmu" userId="b09b5b51d18eb658" providerId="LiveId" clId="{C352F9F3-30A9-4B9E-83B7-8296CF18294E}" dt="2026-08-05T08:23:38.639" v="1671" actId="21"/>
          <ac:spMkLst>
            <pc:docMk/>
            <pc:sldMk cId="0" sldId="262"/>
            <ac:spMk id="21" creationId="{00000000-0000-0000-0000-000000000000}"/>
          </ac:spMkLst>
        </pc:spChg>
      </pc:sldChg>
      <pc:sldChg chg="addSp delSp modSp mod modTransition modAnim">
        <pc:chgData name="Mr. Himmu" userId="b09b5b51d18eb658" providerId="LiveId" clId="{C352F9F3-30A9-4B9E-83B7-8296CF18294E}" dt="2026-08-05T10:21:03.227" v="3714"/>
        <pc:sldMkLst>
          <pc:docMk/>
          <pc:sldMk cId="0" sldId="263"/>
        </pc:sldMkLst>
        <pc:spChg chg="mod">
          <ac:chgData name="Mr. Himmu" userId="b09b5b51d18eb658" providerId="LiveId" clId="{C352F9F3-30A9-4B9E-83B7-8296CF18294E}" dt="2026-08-05T08:20:05.255" v="1625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Mr. Himmu" userId="b09b5b51d18eb658" providerId="LiveId" clId="{C352F9F3-30A9-4B9E-83B7-8296CF18294E}" dt="2026-08-05T08:13:07.009" v="1526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Mr. Himmu" userId="b09b5b51d18eb658" providerId="LiveId" clId="{C352F9F3-30A9-4B9E-83B7-8296CF18294E}" dt="2026-08-05T10:15:06.914" v="3622" actId="1076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14" creationId="{00000000-0000-0000-0000-000000000000}"/>
          </ac:spMkLst>
        </pc:spChg>
        <pc:spChg chg="del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15" creationId="{00000000-0000-0000-0000-000000000000}"/>
          </ac:spMkLst>
        </pc:spChg>
        <pc:spChg chg="del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16" creationId="{00000000-0000-0000-0000-000000000000}"/>
          </ac:spMkLst>
        </pc:spChg>
        <pc:spChg chg="del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17" creationId="{00000000-0000-0000-0000-000000000000}"/>
          </ac:spMkLst>
        </pc:spChg>
        <pc:spChg chg="del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18" creationId="{00000000-0000-0000-0000-000000000000}"/>
          </ac:spMkLst>
        </pc:spChg>
        <pc:spChg chg="del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19" creationId="{00000000-0000-0000-0000-000000000000}"/>
          </ac:spMkLst>
        </pc:spChg>
        <pc:spChg chg="del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20" creationId="{00000000-0000-0000-0000-000000000000}"/>
          </ac:spMkLst>
        </pc:spChg>
        <pc:spChg chg="del">
          <ac:chgData name="Mr. Himmu" userId="b09b5b51d18eb658" providerId="LiveId" clId="{C352F9F3-30A9-4B9E-83B7-8296CF18294E}" dt="2026-08-05T09:11:56.280" v="2629" actId="21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8:19:22.487" v="1608" actId="21"/>
          <ac:spMkLst>
            <pc:docMk/>
            <pc:sldMk cId="0" sldId="263"/>
            <ac:spMk id="22" creationId="{00000000-0000-0000-0000-000000000000}"/>
          </ac:spMkLst>
        </pc:spChg>
        <pc:spChg chg="del">
          <ac:chgData name="Mr. Himmu" userId="b09b5b51d18eb658" providerId="LiveId" clId="{C352F9F3-30A9-4B9E-83B7-8296CF18294E}" dt="2026-08-05T08:19:22.487" v="1608" actId="21"/>
          <ac:spMkLst>
            <pc:docMk/>
            <pc:sldMk cId="0" sldId="263"/>
            <ac:spMk id="23" creationId="{00000000-0000-0000-0000-000000000000}"/>
          </ac:spMkLst>
        </pc:spChg>
        <pc:spChg chg="add del mod">
          <ac:chgData name="Mr. Himmu" userId="b09b5b51d18eb658" providerId="LiveId" clId="{C352F9F3-30A9-4B9E-83B7-8296CF18294E}" dt="2026-08-05T08:13:47.851" v="1530" actId="21"/>
          <ac:spMkLst>
            <pc:docMk/>
            <pc:sldMk cId="0" sldId="263"/>
            <ac:spMk id="25" creationId="{87A139AB-A96E-B219-C954-EC03021C69A8}"/>
          </ac:spMkLst>
        </pc:spChg>
        <pc:spChg chg="add mod">
          <ac:chgData name="Mr. Himmu" userId="b09b5b51d18eb658" providerId="LiveId" clId="{C352F9F3-30A9-4B9E-83B7-8296CF18294E}" dt="2026-08-05T08:15:15.649" v="1538" actId="1076"/>
          <ac:spMkLst>
            <pc:docMk/>
            <pc:sldMk cId="0" sldId="263"/>
            <ac:spMk id="26" creationId="{F6AB5F9C-DBAC-2AB3-3402-2447EC7088D2}"/>
          </ac:spMkLst>
        </pc:spChg>
        <pc:spChg chg="add mod">
          <ac:chgData name="Mr. Himmu" userId="b09b5b51d18eb658" providerId="LiveId" clId="{C352F9F3-30A9-4B9E-83B7-8296CF18294E}" dt="2026-08-05T08:16:35.629" v="1566" actId="20577"/>
          <ac:spMkLst>
            <pc:docMk/>
            <pc:sldMk cId="0" sldId="263"/>
            <ac:spMk id="27" creationId="{D5BA93F0-8AD6-D9A5-47A7-1E53FF79A0E0}"/>
          </ac:spMkLst>
        </pc:spChg>
        <pc:spChg chg="add mod">
          <ac:chgData name="Mr. Himmu" userId="b09b5b51d18eb658" providerId="LiveId" clId="{C352F9F3-30A9-4B9E-83B7-8296CF18294E}" dt="2026-08-05T08:15:15.649" v="1538" actId="1076"/>
          <ac:spMkLst>
            <pc:docMk/>
            <pc:sldMk cId="0" sldId="263"/>
            <ac:spMk id="28" creationId="{A0C782A0-3AA2-97D0-FF81-FDA8431A33E7}"/>
          </ac:spMkLst>
        </pc:spChg>
        <pc:spChg chg="add mod">
          <ac:chgData name="Mr. Himmu" userId="b09b5b51d18eb658" providerId="LiveId" clId="{C352F9F3-30A9-4B9E-83B7-8296CF18294E}" dt="2026-08-05T08:15:15.649" v="1538" actId="1076"/>
          <ac:spMkLst>
            <pc:docMk/>
            <pc:sldMk cId="0" sldId="263"/>
            <ac:spMk id="29" creationId="{DD10D583-A252-D8A4-2094-495580F09A91}"/>
          </ac:spMkLst>
        </pc:spChg>
        <pc:spChg chg="add del mod">
          <ac:chgData name="Mr. Himmu" userId="b09b5b51d18eb658" providerId="LiveId" clId="{C352F9F3-30A9-4B9E-83B7-8296CF18294E}" dt="2026-08-05T08:18:43.962" v="1602" actId="21"/>
          <ac:spMkLst>
            <pc:docMk/>
            <pc:sldMk cId="0" sldId="263"/>
            <ac:spMk id="30" creationId="{937B920A-211C-2558-6CE0-626040F1255D}"/>
          </ac:spMkLst>
        </pc:spChg>
        <pc:spChg chg="add mod">
          <ac:chgData name="Mr. Himmu" userId="b09b5b51d18eb658" providerId="LiveId" clId="{C352F9F3-30A9-4B9E-83B7-8296CF18294E}" dt="2026-08-05T08:16:16.026" v="1553" actId="21"/>
          <ac:spMkLst>
            <pc:docMk/>
            <pc:sldMk cId="0" sldId="263"/>
            <ac:spMk id="31" creationId="{24C171A1-D282-EE55-DC79-B08D08ED16A6}"/>
          </ac:spMkLst>
        </pc:spChg>
        <pc:spChg chg="add mod">
          <ac:chgData name="Mr. Himmu" userId="b09b5b51d18eb658" providerId="LiveId" clId="{C352F9F3-30A9-4B9E-83B7-8296CF18294E}" dt="2026-08-05T08:19:02.360" v="1605" actId="1076"/>
          <ac:spMkLst>
            <pc:docMk/>
            <pc:sldMk cId="0" sldId="263"/>
            <ac:spMk id="32" creationId="{A9825C4C-0C52-0F71-B0CA-22CA0715F641}"/>
          </ac:spMkLst>
        </pc:spChg>
        <pc:spChg chg="add mod">
          <ac:chgData name="Mr. Himmu" userId="b09b5b51d18eb658" providerId="LiveId" clId="{C352F9F3-30A9-4B9E-83B7-8296CF18294E}" dt="2026-08-05T08:18:52.783" v="1603" actId="1076"/>
          <ac:spMkLst>
            <pc:docMk/>
            <pc:sldMk cId="0" sldId="263"/>
            <ac:spMk id="33" creationId="{FC18BA61-D40C-0247-E641-25E7C31E027E}"/>
          </ac:spMkLst>
        </pc:spChg>
        <pc:spChg chg="add mod">
          <ac:chgData name="Mr. Himmu" userId="b09b5b51d18eb658" providerId="LiveId" clId="{C352F9F3-30A9-4B9E-83B7-8296CF18294E}" dt="2026-08-05T08:15:15.649" v="1538" actId="1076"/>
          <ac:spMkLst>
            <pc:docMk/>
            <pc:sldMk cId="0" sldId="263"/>
            <ac:spMk id="34" creationId="{E38D4760-906B-AE9E-A4FA-2F22399FE489}"/>
          </ac:spMkLst>
        </pc:spChg>
        <pc:spChg chg="add mod">
          <ac:chgData name="Mr. Himmu" userId="b09b5b51d18eb658" providerId="LiveId" clId="{C352F9F3-30A9-4B9E-83B7-8296CF18294E}" dt="2026-08-05T08:16:03.156" v="1552" actId="20577"/>
          <ac:spMkLst>
            <pc:docMk/>
            <pc:sldMk cId="0" sldId="263"/>
            <ac:spMk id="35" creationId="{8DC16887-BA98-A709-E8EA-8DD8833FE0A6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36" creationId="{493C390E-7128-4A94-B4A9-78640F50D78E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37" creationId="{C20734B4-53DA-017C-F769-B7EFB9F2771C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38" creationId="{BB16047D-850C-1BE5-F8B2-93ADD553FE62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39" creationId="{75AD46F3-ED48-C375-6A95-CBCAEE89AC7E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40" creationId="{503918C2-05EC-3891-9E9F-D2258EC4E1AF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41" creationId="{14E20839-8E5F-3D90-1F8E-8DCC6AD971C6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42" creationId="{DCB06020-392E-C726-46AF-FD8C04A990C5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43" creationId="{BCC0C048-7A73-5E6A-FA73-720E139CA7B9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44" creationId="{F9737544-17AD-9AC7-EA36-C0A23E200509}"/>
          </ac:spMkLst>
        </pc:spChg>
        <pc:spChg chg="add mod">
          <ac:chgData name="Mr. Himmu" userId="b09b5b51d18eb658" providerId="LiveId" clId="{C352F9F3-30A9-4B9E-83B7-8296CF18294E}" dt="2026-08-05T08:15:48.261" v="1539"/>
          <ac:spMkLst>
            <pc:docMk/>
            <pc:sldMk cId="0" sldId="263"/>
            <ac:spMk id="45" creationId="{FB3A8776-BBA3-25CB-B53D-440F2D4EE143}"/>
          </ac:spMkLst>
        </pc:spChg>
        <pc:spChg chg="add mod">
          <ac:chgData name="Mr. Himmu" userId="b09b5b51d18eb658" providerId="LiveId" clId="{C352F9F3-30A9-4B9E-83B7-8296CF18294E}" dt="2026-08-05T08:20:25.407" v="1626" actId="1076"/>
          <ac:spMkLst>
            <pc:docMk/>
            <pc:sldMk cId="0" sldId="263"/>
            <ac:spMk id="46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20:31.255" v="1627" actId="1076"/>
          <ac:spMkLst>
            <pc:docMk/>
            <pc:sldMk cId="0" sldId="263"/>
            <ac:spMk id="47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19:37.950" v="1610"/>
          <ac:spMkLst>
            <pc:docMk/>
            <pc:sldMk cId="0" sldId="263"/>
            <ac:spMk id="48" creationId="{07A330D5-EADF-4B9F-ECE9-2FF38E7ED21A}"/>
          </ac:spMkLst>
        </pc:spChg>
        <pc:spChg chg="add mod">
          <ac:chgData name="Mr. Himmu" userId="b09b5b51d18eb658" providerId="LiveId" clId="{C352F9F3-30A9-4B9E-83B7-8296CF18294E}" dt="2026-08-05T08:19:37.950" v="1610"/>
          <ac:spMkLst>
            <pc:docMk/>
            <pc:sldMk cId="0" sldId="263"/>
            <ac:spMk id="49" creationId="{7C424567-0665-4869-4EC9-41731E307913}"/>
          </ac:spMkLst>
        </pc:spChg>
        <pc:spChg chg="add mod">
          <ac:chgData name="Mr. Himmu" userId="b09b5b51d18eb658" providerId="LiveId" clId="{C352F9F3-30A9-4B9E-83B7-8296CF18294E}" dt="2026-08-05T08:19:37.980" v="1611"/>
          <ac:spMkLst>
            <pc:docMk/>
            <pc:sldMk cId="0" sldId="263"/>
            <ac:spMk id="50" creationId="{D47D4CF8-B099-88CE-7804-3E731E498083}"/>
          </ac:spMkLst>
        </pc:spChg>
        <pc:spChg chg="add mod">
          <ac:chgData name="Mr. Himmu" userId="b09b5b51d18eb658" providerId="LiveId" clId="{C352F9F3-30A9-4B9E-83B7-8296CF18294E}" dt="2026-08-05T08:19:37.980" v="1611"/>
          <ac:spMkLst>
            <pc:docMk/>
            <pc:sldMk cId="0" sldId="263"/>
            <ac:spMk id="51" creationId="{849BECE1-9280-87AE-F82E-1BC9E4D4B3AB}"/>
          </ac:spMkLst>
        </pc:spChg>
        <pc:spChg chg="add mod">
          <ac:chgData name="Mr. Himmu" userId="b09b5b51d18eb658" providerId="LiveId" clId="{C352F9F3-30A9-4B9E-83B7-8296CF18294E}" dt="2026-08-05T08:19:38.010" v="1612"/>
          <ac:spMkLst>
            <pc:docMk/>
            <pc:sldMk cId="0" sldId="263"/>
            <ac:spMk id="52" creationId="{14A4B838-9A72-5951-0334-AA89EC96EC23}"/>
          </ac:spMkLst>
        </pc:spChg>
        <pc:spChg chg="add mod">
          <ac:chgData name="Mr. Himmu" userId="b09b5b51d18eb658" providerId="LiveId" clId="{C352F9F3-30A9-4B9E-83B7-8296CF18294E}" dt="2026-08-05T08:19:38.010" v="1612"/>
          <ac:spMkLst>
            <pc:docMk/>
            <pc:sldMk cId="0" sldId="263"/>
            <ac:spMk id="53" creationId="{04E39FB0-81AC-95BA-FA5D-2812B8CFBF7B}"/>
          </ac:spMkLst>
        </pc:spChg>
        <pc:spChg chg="add mod">
          <ac:chgData name="Mr. Himmu" userId="b09b5b51d18eb658" providerId="LiveId" clId="{C352F9F3-30A9-4B9E-83B7-8296CF18294E}" dt="2026-08-05T08:19:38.040" v="1613"/>
          <ac:spMkLst>
            <pc:docMk/>
            <pc:sldMk cId="0" sldId="263"/>
            <ac:spMk id="54" creationId="{AA872258-9B72-07E6-B75C-CDD8DF8AE2A5}"/>
          </ac:spMkLst>
        </pc:spChg>
        <pc:spChg chg="add mod">
          <ac:chgData name="Mr. Himmu" userId="b09b5b51d18eb658" providerId="LiveId" clId="{C352F9F3-30A9-4B9E-83B7-8296CF18294E}" dt="2026-08-05T08:19:38.040" v="1613"/>
          <ac:spMkLst>
            <pc:docMk/>
            <pc:sldMk cId="0" sldId="263"/>
            <ac:spMk id="55" creationId="{2A7E75C1-9119-1252-AA3F-6A826693C4D3}"/>
          </ac:spMkLst>
        </pc:spChg>
        <pc:spChg chg="add mod">
          <ac:chgData name="Mr. Himmu" userId="b09b5b51d18eb658" providerId="LiveId" clId="{C352F9F3-30A9-4B9E-83B7-8296CF18294E}" dt="2026-08-05T08:19:38.070" v="1614"/>
          <ac:spMkLst>
            <pc:docMk/>
            <pc:sldMk cId="0" sldId="263"/>
            <ac:spMk id="56" creationId="{46D1FEF3-7F64-1EC5-0F22-D4FE60662E7D}"/>
          </ac:spMkLst>
        </pc:spChg>
        <pc:spChg chg="add mod">
          <ac:chgData name="Mr. Himmu" userId="b09b5b51d18eb658" providerId="LiveId" clId="{C352F9F3-30A9-4B9E-83B7-8296CF18294E}" dt="2026-08-05T08:19:38.070" v="1614"/>
          <ac:spMkLst>
            <pc:docMk/>
            <pc:sldMk cId="0" sldId="263"/>
            <ac:spMk id="57" creationId="{78D2EF1F-AE7C-78BA-B8DB-F9AFD70A8510}"/>
          </ac:spMkLst>
        </pc:spChg>
        <pc:spChg chg="add mod">
          <ac:chgData name="Mr. Himmu" userId="b09b5b51d18eb658" providerId="LiveId" clId="{C352F9F3-30A9-4B9E-83B7-8296CF18294E}" dt="2026-08-05T08:19:38.099" v="1615"/>
          <ac:spMkLst>
            <pc:docMk/>
            <pc:sldMk cId="0" sldId="263"/>
            <ac:spMk id="58" creationId="{0EABB220-6CFB-0EE6-4044-AC41786DAA61}"/>
          </ac:spMkLst>
        </pc:spChg>
        <pc:spChg chg="add mod">
          <ac:chgData name="Mr. Himmu" userId="b09b5b51d18eb658" providerId="LiveId" clId="{C352F9F3-30A9-4B9E-83B7-8296CF18294E}" dt="2026-08-05T08:19:38.099" v="1615"/>
          <ac:spMkLst>
            <pc:docMk/>
            <pc:sldMk cId="0" sldId="263"/>
            <ac:spMk id="59" creationId="{454AE1C6-87F4-20B7-47E3-164E1C2DE1EE}"/>
          </ac:spMkLst>
        </pc:spChg>
        <pc:spChg chg="add mod">
          <ac:chgData name="Mr. Himmu" userId="b09b5b51d18eb658" providerId="LiveId" clId="{C352F9F3-30A9-4B9E-83B7-8296CF18294E}" dt="2026-08-05T08:19:38.130" v="1616"/>
          <ac:spMkLst>
            <pc:docMk/>
            <pc:sldMk cId="0" sldId="263"/>
            <ac:spMk id="60" creationId="{35950E03-8335-C13A-57FD-3284BEB25D00}"/>
          </ac:spMkLst>
        </pc:spChg>
        <pc:spChg chg="add mod">
          <ac:chgData name="Mr. Himmu" userId="b09b5b51d18eb658" providerId="LiveId" clId="{C352F9F3-30A9-4B9E-83B7-8296CF18294E}" dt="2026-08-05T08:19:38.130" v="1616"/>
          <ac:spMkLst>
            <pc:docMk/>
            <pc:sldMk cId="0" sldId="263"/>
            <ac:spMk id="61" creationId="{6B2B141C-40AB-B7CA-0089-EAFED2AAA0AA}"/>
          </ac:spMkLst>
        </pc:spChg>
        <pc:spChg chg="add mod">
          <ac:chgData name="Mr. Himmu" userId="b09b5b51d18eb658" providerId="LiveId" clId="{C352F9F3-30A9-4B9E-83B7-8296CF18294E}" dt="2026-08-05T08:19:38.170" v="1617"/>
          <ac:spMkLst>
            <pc:docMk/>
            <pc:sldMk cId="0" sldId="263"/>
            <ac:spMk id="62" creationId="{61FF047F-F3D2-12F1-76AD-04C3DF884948}"/>
          </ac:spMkLst>
        </pc:spChg>
        <pc:spChg chg="add mod">
          <ac:chgData name="Mr. Himmu" userId="b09b5b51d18eb658" providerId="LiveId" clId="{C352F9F3-30A9-4B9E-83B7-8296CF18294E}" dt="2026-08-05T08:19:38.170" v="1617"/>
          <ac:spMkLst>
            <pc:docMk/>
            <pc:sldMk cId="0" sldId="263"/>
            <ac:spMk id="63" creationId="{1D47EA1D-3F9B-7188-15E7-01D02C716A43}"/>
          </ac:spMkLst>
        </pc:spChg>
        <pc:spChg chg="add mod">
          <ac:chgData name="Mr. Himmu" userId="b09b5b51d18eb658" providerId="LiveId" clId="{C352F9F3-30A9-4B9E-83B7-8296CF18294E}" dt="2026-08-05T08:19:38.190" v="1618"/>
          <ac:spMkLst>
            <pc:docMk/>
            <pc:sldMk cId="0" sldId="263"/>
            <ac:spMk id="64" creationId="{A2E6CD6C-ACC2-CC4E-0F44-AE2AEEB55692}"/>
          </ac:spMkLst>
        </pc:spChg>
        <pc:spChg chg="add mod">
          <ac:chgData name="Mr. Himmu" userId="b09b5b51d18eb658" providerId="LiveId" clId="{C352F9F3-30A9-4B9E-83B7-8296CF18294E}" dt="2026-08-05T08:19:38.190" v="1618"/>
          <ac:spMkLst>
            <pc:docMk/>
            <pc:sldMk cId="0" sldId="263"/>
            <ac:spMk id="65" creationId="{DC02900C-5BD1-26B0-838C-720503020657}"/>
          </ac:spMkLst>
        </pc:spChg>
        <pc:spChg chg="add mod">
          <ac:chgData name="Mr. Himmu" userId="b09b5b51d18eb658" providerId="LiveId" clId="{C352F9F3-30A9-4B9E-83B7-8296CF18294E}" dt="2026-08-05T08:19:38.220" v="1619"/>
          <ac:spMkLst>
            <pc:docMk/>
            <pc:sldMk cId="0" sldId="263"/>
            <ac:spMk id="66" creationId="{FF440E00-E437-3999-AD7E-2F5E3BB09599}"/>
          </ac:spMkLst>
        </pc:spChg>
        <pc:spChg chg="add mod">
          <ac:chgData name="Mr. Himmu" userId="b09b5b51d18eb658" providerId="LiveId" clId="{C352F9F3-30A9-4B9E-83B7-8296CF18294E}" dt="2026-08-05T08:19:38.220" v="1619"/>
          <ac:spMkLst>
            <pc:docMk/>
            <pc:sldMk cId="0" sldId="263"/>
            <ac:spMk id="67" creationId="{2265A9A6-7D64-2B82-088F-D2A036DCB5F3}"/>
          </ac:spMkLst>
        </pc:spChg>
        <pc:spChg chg="add mod">
          <ac:chgData name="Mr. Himmu" userId="b09b5b51d18eb658" providerId="LiveId" clId="{C352F9F3-30A9-4B9E-83B7-8296CF18294E}" dt="2026-08-05T08:19:38.250" v="1620"/>
          <ac:spMkLst>
            <pc:docMk/>
            <pc:sldMk cId="0" sldId="263"/>
            <ac:spMk id="68" creationId="{FC26F9E8-8DB1-A5D8-4A60-A1141DB4487A}"/>
          </ac:spMkLst>
        </pc:spChg>
        <pc:spChg chg="add mod">
          <ac:chgData name="Mr. Himmu" userId="b09b5b51d18eb658" providerId="LiveId" clId="{C352F9F3-30A9-4B9E-83B7-8296CF18294E}" dt="2026-08-05T08:19:38.250" v="1620"/>
          <ac:spMkLst>
            <pc:docMk/>
            <pc:sldMk cId="0" sldId="263"/>
            <ac:spMk id="69" creationId="{0C0829BE-B41E-297A-2B82-336A1ACC4CBC}"/>
          </ac:spMkLst>
        </pc:spChg>
        <pc:spChg chg="add mod">
          <ac:chgData name="Mr. Himmu" userId="b09b5b51d18eb658" providerId="LiveId" clId="{C352F9F3-30A9-4B9E-83B7-8296CF18294E}" dt="2026-08-05T08:19:38.281" v="1621"/>
          <ac:spMkLst>
            <pc:docMk/>
            <pc:sldMk cId="0" sldId="263"/>
            <ac:spMk id="70" creationId="{58B0D3E1-7333-C695-1515-B82560FF8D51}"/>
          </ac:spMkLst>
        </pc:spChg>
        <pc:spChg chg="add mod">
          <ac:chgData name="Mr. Himmu" userId="b09b5b51d18eb658" providerId="LiveId" clId="{C352F9F3-30A9-4B9E-83B7-8296CF18294E}" dt="2026-08-05T08:19:38.281" v="1621"/>
          <ac:spMkLst>
            <pc:docMk/>
            <pc:sldMk cId="0" sldId="263"/>
            <ac:spMk id="71" creationId="{F2F5C56C-A0BA-CB34-C1B4-6D4E5A7EBAA2}"/>
          </ac:spMkLst>
        </pc:spChg>
        <pc:spChg chg="add mod">
          <ac:chgData name="Mr. Himmu" userId="b09b5b51d18eb658" providerId="LiveId" clId="{C352F9F3-30A9-4B9E-83B7-8296CF18294E}" dt="2026-08-05T08:19:38.310" v="1622"/>
          <ac:spMkLst>
            <pc:docMk/>
            <pc:sldMk cId="0" sldId="263"/>
            <ac:spMk id="72" creationId="{020FA39A-44C5-4D61-C6E8-46D1EE922905}"/>
          </ac:spMkLst>
        </pc:spChg>
        <pc:spChg chg="add mod">
          <ac:chgData name="Mr. Himmu" userId="b09b5b51d18eb658" providerId="LiveId" clId="{C352F9F3-30A9-4B9E-83B7-8296CF18294E}" dt="2026-08-05T08:19:38.310" v="1622"/>
          <ac:spMkLst>
            <pc:docMk/>
            <pc:sldMk cId="0" sldId="263"/>
            <ac:spMk id="73" creationId="{8ED1B918-E48C-2437-1BB3-03797A5F72F0}"/>
          </ac:spMkLst>
        </pc:spChg>
        <pc:spChg chg="add mod">
          <ac:chgData name="Mr. Himmu" userId="b09b5b51d18eb658" providerId="LiveId" clId="{C352F9F3-30A9-4B9E-83B7-8296CF18294E}" dt="2026-08-05T08:19:38.341" v="1623"/>
          <ac:spMkLst>
            <pc:docMk/>
            <pc:sldMk cId="0" sldId="263"/>
            <ac:spMk id="74" creationId="{8539188C-560D-5719-5EAE-77C87C508E0E}"/>
          </ac:spMkLst>
        </pc:spChg>
        <pc:spChg chg="add mod">
          <ac:chgData name="Mr. Himmu" userId="b09b5b51d18eb658" providerId="LiveId" clId="{C352F9F3-30A9-4B9E-83B7-8296CF18294E}" dt="2026-08-05T08:19:38.341" v="1623"/>
          <ac:spMkLst>
            <pc:docMk/>
            <pc:sldMk cId="0" sldId="263"/>
            <ac:spMk id="75" creationId="{B91F53CF-C35C-B14C-14FE-569EE83EDCB1}"/>
          </ac:spMkLst>
        </pc:spChg>
        <pc:spChg chg="add mod">
          <ac:chgData name="Mr. Himmu" userId="b09b5b51d18eb658" providerId="LiveId" clId="{C352F9F3-30A9-4B9E-83B7-8296CF18294E}" dt="2026-08-05T08:19:59.023" v="1624"/>
          <ac:spMkLst>
            <pc:docMk/>
            <pc:sldMk cId="0" sldId="263"/>
            <ac:spMk id="76" creationId="{3B7E45B8-08B7-98F4-5481-4CFA2F24CCA5}"/>
          </ac:spMkLst>
        </pc:spChg>
        <pc:spChg chg="add mod">
          <ac:chgData name="Mr. Himmu" userId="b09b5b51d18eb658" providerId="LiveId" clId="{C352F9F3-30A9-4B9E-83B7-8296CF18294E}" dt="2026-08-05T08:19:59.023" v="1624"/>
          <ac:spMkLst>
            <pc:docMk/>
            <pc:sldMk cId="0" sldId="263"/>
            <ac:spMk id="77" creationId="{835C1102-4F03-151A-CB39-B50B19A332F9}"/>
          </ac:spMkLst>
        </pc:spChg>
        <pc:picChg chg="add mod">
          <ac:chgData name="Mr. Himmu" userId="b09b5b51d18eb658" providerId="LiveId" clId="{C352F9F3-30A9-4B9E-83B7-8296CF18294E}" dt="2026-08-05T10:18:30.899" v="3684" actId="1076"/>
          <ac:picMkLst>
            <pc:docMk/>
            <pc:sldMk cId="0" sldId="263"/>
            <ac:picMk id="5122" creationId="{C5803AA4-FBE5-A345-BCE3-7E137C8106A0}"/>
          </ac:picMkLst>
        </pc:picChg>
      </pc:sldChg>
      <pc:sldChg chg="delSp modSp mod modTransition modAnim">
        <pc:chgData name="Mr. Himmu" userId="b09b5b51d18eb658" providerId="LiveId" clId="{C352F9F3-30A9-4B9E-83B7-8296CF18294E}" dt="2026-08-05T10:25:01.002" v="3718"/>
        <pc:sldMkLst>
          <pc:docMk/>
          <pc:sldMk cId="0" sldId="264"/>
        </pc:sldMkLst>
        <pc:spChg chg="mod">
          <ac:chgData name="Mr. Himmu" userId="b09b5b51d18eb658" providerId="LiveId" clId="{C352F9F3-30A9-4B9E-83B7-8296CF18294E}" dt="2026-08-05T08:40:31.787" v="1770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Mr. Himmu" userId="b09b5b51d18eb658" providerId="LiveId" clId="{C352F9F3-30A9-4B9E-83B7-8296CF18294E}" dt="2026-08-05T08:39:24.938" v="1741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Mr. Himmu" userId="b09b5b51d18eb658" providerId="LiveId" clId="{C352F9F3-30A9-4B9E-83B7-8296CF18294E}" dt="2026-08-05T08:41:41.884" v="1859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Mr. Himmu" userId="b09b5b51d18eb658" providerId="LiveId" clId="{C352F9F3-30A9-4B9E-83B7-8296CF18294E}" dt="2026-08-05T08:43:25.977" v="2010" actId="20577"/>
          <ac:spMkLst>
            <pc:docMk/>
            <pc:sldMk cId="0" sldId="264"/>
            <ac:spMk id="12" creationId="{00000000-0000-0000-0000-000000000000}"/>
          </ac:spMkLst>
        </pc:spChg>
        <pc:spChg chg="del">
          <ac:chgData name="Mr. Himmu" userId="b09b5b51d18eb658" providerId="LiveId" clId="{C352F9F3-30A9-4B9E-83B7-8296CF18294E}" dt="2026-08-05T08:43:34.186" v="2011" actId="21"/>
          <ac:spMkLst>
            <pc:docMk/>
            <pc:sldMk cId="0" sldId="264"/>
            <ac:spMk id="13" creationId="{00000000-0000-0000-0000-000000000000}"/>
          </ac:spMkLst>
        </pc:spChg>
        <pc:spChg chg="del">
          <ac:chgData name="Mr. Himmu" userId="b09b5b51d18eb658" providerId="LiveId" clId="{C352F9F3-30A9-4B9E-83B7-8296CF18294E}" dt="2026-08-05T08:43:34.186" v="2011" actId="21"/>
          <ac:spMkLst>
            <pc:docMk/>
            <pc:sldMk cId="0" sldId="264"/>
            <ac:spMk id="14" creationId="{00000000-0000-0000-0000-000000000000}"/>
          </ac:spMkLst>
        </pc:spChg>
        <pc:spChg chg="del">
          <ac:chgData name="Mr. Himmu" userId="b09b5b51d18eb658" providerId="LiveId" clId="{C352F9F3-30A9-4B9E-83B7-8296CF18294E}" dt="2026-08-05T08:43:34.186" v="2011" actId="21"/>
          <ac:spMkLst>
            <pc:docMk/>
            <pc:sldMk cId="0" sldId="264"/>
            <ac:spMk id="15" creationId="{00000000-0000-0000-0000-000000000000}"/>
          </ac:spMkLst>
        </pc:spChg>
        <pc:spChg chg="del">
          <ac:chgData name="Mr. Himmu" userId="b09b5b51d18eb658" providerId="LiveId" clId="{C352F9F3-30A9-4B9E-83B7-8296CF18294E}" dt="2026-08-05T08:43:34.186" v="2011" actId="21"/>
          <ac:spMkLst>
            <pc:docMk/>
            <pc:sldMk cId="0" sldId="264"/>
            <ac:spMk id="16" creationId="{00000000-0000-0000-0000-000000000000}"/>
          </ac:spMkLst>
        </pc:spChg>
        <pc:spChg chg="del">
          <ac:chgData name="Mr. Himmu" userId="b09b5b51d18eb658" providerId="LiveId" clId="{C352F9F3-30A9-4B9E-83B7-8296CF18294E}" dt="2026-08-05T08:43:34.186" v="2011" actId="21"/>
          <ac:spMkLst>
            <pc:docMk/>
            <pc:sldMk cId="0" sldId="264"/>
            <ac:spMk id="17" creationId="{00000000-0000-0000-0000-000000000000}"/>
          </ac:spMkLst>
        </pc:spChg>
      </pc:sldChg>
      <pc:sldChg chg="addSp delSp modSp del mod ord">
        <pc:chgData name="Mr. Himmu" userId="b09b5b51d18eb658" providerId="LiveId" clId="{C352F9F3-30A9-4B9E-83B7-8296CF18294E}" dt="2026-08-05T09:46:10.870" v="3313" actId="2696"/>
        <pc:sldMkLst>
          <pc:docMk/>
          <pc:sldMk cId="3836609460" sldId="265"/>
        </pc:sldMkLst>
        <pc:picChg chg="del">
          <ac:chgData name="Mr. Himmu" userId="b09b5b51d18eb658" providerId="LiveId" clId="{C352F9F3-30A9-4B9E-83B7-8296CF18294E}" dt="2026-08-05T09:33:25.803" v="3173" actId="21"/>
          <ac:picMkLst>
            <pc:docMk/>
            <pc:sldMk cId="3836609460" sldId="265"/>
            <ac:picMk id="3" creationId="{46C6E9BC-282E-F409-557E-D44EE4E7EBD7}"/>
          </ac:picMkLst>
        </pc:picChg>
        <pc:picChg chg="add del mod">
          <ac:chgData name="Mr. Himmu" userId="b09b5b51d18eb658" providerId="LiveId" clId="{C352F9F3-30A9-4B9E-83B7-8296CF18294E}" dt="2026-08-05T09:34:39.915" v="3188" actId="21"/>
          <ac:picMkLst>
            <pc:docMk/>
            <pc:sldMk cId="3836609460" sldId="265"/>
            <ac:picMk id="4" creationId="{9FBC8DB8-4217-33A1-362D-43662B28D49D}"/>
          </ac:picMkLst>
        </pc:picChg>
        <pc:picChg chg="add mod">
          <ac:chgData name="Mr. Himmu" userId="b09b5b51d18eb658" providerId="LiveId" clId="{C352F9F3-30A9-4B9E-83B7-8296CF18294E}" dt="2026-08-05T09:37:05.016" v="3210" actId="1076"/>
          <ac:picMkLst>
            <pc:docMk/>
            <pc:sldMk cId="3836609460" sldId="265"/>
            <ac:picMk id="41" creationId="{46C6E9BC-282E-F409-557E-D44EE4E7EBD7}"/>
          </ac:picMkLst>
        </pc:picChg>
      </pc:sldChg>
      <pc:sldChg chg="addSp modSp del mod ord">
        <pc:chgData name="Mr. Himmu" userId="b09b5b51d18eb658" providerId="LiveId" clId="{C352F9F3-30A9-4B9E-83B7-8296CF18294E}" dt="2026-08-05T08:49:34.349" v="2079" actId="2696"/>
        <pc:sldMkLst>
          <pc:docMk/>
          <pc:sldMk cId="1919723973" sldId="266"/>
        </pc:sldMkLst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" creationId="{B57E0936-EC81-C7DD-9403-803A9273165C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4" creationId="{D9547F12-65FE-ADC6-6ACA-F6297825BB9F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5" creationId="{743D22D9-523E-AA46-FBF5-717A8EFE1927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6" creationId="{8FDF651D-0180-238C-3DFD-762C381A1DDD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7" creationId="{F9420E52-A675-8B68-ECFF-FAC6A5C46FA4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8" creationId="{06EC3BAE-66EF-8884-5101-C88004CFAE9B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9" creationId="{2CB0D4FB-BF86-1FF8-CD42-6AB92AFFF956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10" creationId="{52C75280-4967-B311-97AC-06CD21CD9D5A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11" creationId="{4625A212-0E1A-4BA3-6308-0CA6608144BB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12" creationId="{CA11F970-D8C6-E196-DE8B-640C3F398EF3}"/>
          </ac:spMkLst>
        </pc:spChg>
        <pc:spChg chg="add mod">
          <ac:chgData name="Mr. Himmu" userId="b09b5b51d18eb658" providerId="LiveId" clId="{C352F9F3-30A9-4B9E-83B7-8296CF18294E}" dt="2026-08-05T08:45:30.709" v="2077" actId="20577"/>
          <ac:spMkLst>
            <pc:docMk/>
            <pc:sldMk cId="1919723973" sldId="266"/>
            <ac:spMk id="13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43:47.186" v="2014" actId="1076"/>
          <ac:spMkLst>
            <pc:docMk/>
            <pc:sldMk cId="1919723973" sldId="266"/>
            <ac:spMk id="14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43:47.186" v="2014" actId="1076"/>
          <ac:spMkLst>
            <pc:docMk/>
            <pc:sldMk cId="1919723973" sldId="266"/>
            <ac:spMk id="15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43:47.186" v="2014" actId="1076"/>
          <ac:spMkLst>
            <pc:docMk/>
            <pc:sldMk cId="1919723973" sldId="266"/>
            <ac:spMk id="16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44:39.965" v="2015" actId="20577"/>
          <ac:spMkLst>
            <pc:docMk/>
            <pc:sldMk cId="1919723973" sldId="266"/>
            <ac:spMk id="17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18" creationId="{2B292122-7439-023B-ED0A-FCEB5392D46E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19" creationId="{133EE722-65CA-5CEE-186A-AD5B592FC5D9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0" creationId="{6EC769B8-2476-3A1D-62A2-72FA3CD10843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1" creationId="{ABD0EB31-BAA7-4D1C-656F-5B81240CFF39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2" creationId="{5CAD54B5-D2B8-C77A-6C75-FDEFB4F65E43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3" creationId="{2D9F6FDD-A654-11B3-D6CE-D5FE186F6EFC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4" creationId="{B358A781-190B-8F7C-6A57-C6FB8D6AA66C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5" creationId="{FC0C9E2B-CA05-E029-9398-5B78A8494B2D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6" creationId="{AC7D87CC-F989-D01C-A097-62590E2078E3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7" creationId="{4120D383-C83D-394A-61FB-1B9138A462A5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8" creationId="{C82D327C-358D-C858-2915-8F88B405BC62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29" creationId="{32992C20-0924-0596-C286-2B6072F64519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30" creationId="{143DB9E4-D0DB-99DD-F71A-911B2564A6D9}"/>
          </ac:spMkLst>
        </pc:spChg>
        <pc:spChg chg="add mod">
          <ac:chgData name="Mr. Himmu" userId="b09b5b51d18eb658" providerId="LiveId" clId="{C352F9F3-30A9-4B9E-83B7-8296CF18294E}" dt="2026-08-05T08:45:08.625" v="2017" actId="1076"/>
          <ac:spMkLst>
            <pc:docMk/>
            <pc:sldMk cId="1919723973" sldId="266"/>
            <ac:spMk id="31" creationId="{79CCA23A-82ED-D83A-E662-E27C39E45999}"/>
          </ac:spMkLst>
        </pc:spChg>
        <pc:picChg chg="mod">
          <ac:chgData name="Mr. Himmu" userId="b09b5b51d18eb658" providerId="LiveId" clId="{C352F9F3-30A9-4B9E-83B7-8296CF18294E}" dt="2026-08-05T08:43:37.207" v="2012" actId="1076"/>
          <ac:picMkLst>
            <pc:docMk/>
            <pc:sldMk cId="1919723973" sldId="266"/>
            <ac:picMk id="3" creationId="{F0930DEF-4DA9-447D-CC9D-EC916047ADD5}"/>
          </ac:picMkLst>
        </pc:picChg>
      </pc:sldChg>
      <pc:sldChg chg="addSp delSp modSp add mod ord modTransition setBg chgLayout">
        <pc:chgData name="Mr. Himmu" userId="b09b5b51d18eb658" providerId="LiveId" clId="{C352F9F3-30A9-4B9E-83B7-8296CF18294E}" dt="2026-08-05T09:43:21.428" v="3259" actId="21"/>
        <pc:sldMkLst>
          <pc:docMk/>
          <pc:sldMk cId="2417133583" sldId="267"/>
        </pc:sldMkLst>
        <pc:spChg chg="mod">
          <ac:chgData name="Mr. Himmu" userId="b09b5b51d18eb658" providerId="LiveId" clId="{C352F9F3-30A9-4B9E-83B7-8296CF18294E}" dt="2026-08-05T06:22:25.463" v="342" actId="1076"/>
          <ac:spMkLst>
            <pc:docMk/>
            <pc:sldMk cId="2417133583" sldId="267"/>
            <ac:spMk id="28" creationId="{00000000-0000-0000-0000-000000000000}"/>
          </ac:spMkLst>
        </pc:spChg>
        <pc:spChg chg="mod">
          <ac:chgData name="Mr. Himmu" userId="b09b5b51d18eb658" providerId="LiveId" clId="{C352F9F3-30A9-4B9E-83B7-8296CF18294E}" dt="2026-08-05T06:23:28.691" v="351" actId="20577"/>
          <ac:spMkLst>
            <pc:docMk/>
            <pc:sldMk cId="2417133583" sldId="267"/>
            <ac:spMk id="30" creationId="{00000000-0000-0000-0000-000000000000}"/>
          </ac:spMkLst>
        </pc:spChg>
        <pc:spChg chg="mod">
          <ac:chgData name="Mr. Himmu" userId="b09b5b51d18eb658" providerId="LiveId" clId="{C352F9F3-30A9-4B9E-83B7-8296CF18294E}" dt="2026-08-05T06:25:13.277" v="364" actId="1076"/>
          <ac:spMkLst>
            <pc:docMk/>
            <pc:sldMk cId="2417133583" sldId="267"/>
            <ac:spMk id="39" creationId="{5E042B0C-D97B-3198-B9F7-696E90DB188A}"/>
          </ac:spMkLst>
        </pc:spChg>
        <pc:spChg chg="mod">
          <ac:chgData name="Mr. Himmu" userId="b09b5b51d18eb658" providerId="LiveId" clId="{C352F9F3-30A9-4B9E-83B7-8296CF18294E}" dt="2026-08-05T06:26:52.911" v="369" actId="207"/>
          <ac:spMkLst>
            <pc:docMk/>
            <pc:sldMk cId="2417133583" sldId="267"/>
            <ac:spMk id="40" creationId="{1FFECCAA-13B5-E9FD-1A06-18E7D1FDCF50}"/>
          </ac:spMkLst>
        </pc:spChg>
        <pc:spChg chg="mod">
          <ac:chgData name="Mr. Himmu" userId="b09b5b51d18eb658" providerId="LiveId" clId="{C352F9F3-30A9-4B9E-83B7-8296CF18294E}" dt="2026-08-05T06:28:23.429" v="380" actId="688"/>
          <ac:spMkLst>
            <pc:docMk/>
            <pc:sldMk cId="2417133583" sldId="267"/>
            <ac:spMk id="41" creationId="{E4C58C51-F235-6520-D8F1-3C648B2CA5CF}"/>
          </ac:spMkLst>
        </pc:spChg>
        <pc:picChg chg="add del mod">
          <ac:chgData name="Mr. Himmu" userId="b09b5b51d18eb658" providerId="LiveId" clId="{C352F9F3-30A9-4B9E-83B7-8296CF18294E}" dt="2026-08-05T09:43:21.428" v="3259" actId="21"/>
          <ac:picMkLst>
            <pc:docMk/>
            <pc:sldMk cId="2417133583" sldId="267"/>
            <ac:picMk id="36" creationId="{9FBC8DB8-4217-33A1-362D-43662B28D49D}"/>
          </ac:picMkLst>
        </pc:picChg>
        <pc:picChg chg="add del">
          <ac:chgData name="Mr. Himmu" userId="b09b5b51d18eb658" providerId="LiveId" clId="{C352F9F3-30A9-4B9E-83B7-8296CF18294E}" dt="2026-08-05T07:29:41.248" v="828" actId="21"/>
          <ac:picMkLst>
            <pc:docMk/>
            <pc:sldMk cId="2417133583" sldId="267"/>
            <ac:picMk id="2050" creationId="{14536198-93EF-13B3-5AC0-7C211BA44C6A}"/>
          </ac:picMkLst>
        </pc:picChg>
        <pc:picChg chg="add mod">
          <ac:chgData name="Mr. Himmu" userId="b09b5b51d18eb658" providerId="LiveId" clId="{C352F9F3-30A9-4B9E-83B7-8296CF18294E}" dt="2026-08-05T07:34:36.063" v="865" actId="1076"/>
          <ac:picMkLst>
            <pc:docMk/>
            <pc:sldMk cId="2417133583" sldId="267"/>
            <ac:picMk id="2052" creationId="{C07D7423-F0AD-5208-4AEE-D3D5AA6D1883}"/>
          </ac:picMkLst>
        </pc:picChg>
      </pc:sldChg>
      <pc:sldChg chg="addSp delSp modSp add mod ord modTransition setBg modAnim">
        <pc:chgData name="Mr. Himmu" userId="b09b5b51d18eb658" providerId="LiveId" clId="{C352F9F3-30A9-4B9E-83B7-8296CF18294E}" dt="2026-08-05T10:00:20.168" v="3552"/>
        <pc:sldMkLst>
          <pc:docMk/>
          <pc:sldMk cId="0" sldId="268"/>
        </pc:sldMkLst>
        <pc:spChg chg="mod">
          <ac:chgData name="Mr. Himmu" userId="b09b5b51d18eb658" providerId="LiveId" clId="{C352F9F3-30A9-4B9E-83B7-8296CF18294E}" dt="2026-08-05T07:38:04.295" v="944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09.559" v="945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49.359" v="952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57.455" v="953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14.039" v="946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18.982" v="947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Mr. Himmu" userId="b09b5b51d18eb658" providerId="LiveId" clId="{C352F9F3-30A9-4B9E-83B7-8296CF18294E}" dt="2026-08-05T07:40:52.585" v="970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Mr. Himmu" userId="b09b5b51d18eb658" providerId="LiveId" clId="{C352F9F3-30A9-4B9E-83B7-8296CF18294E}" dt="2026-08-05T07:42:36.159" v="985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23.038" v="948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27.758" v="949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r. Himmu" userId="b09b5b51d18eb658" providerId="LiveId" clId="{C352F9F3-30A9-4B9E-83B7-8296CF18294E}" dt="2026-08-05T07:40:18.343" v="967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Mr. Himmu" userId="b09b5b51d18eb658" providerId="LiveId" clId="{C352F9F3-30A9-4B9E-83B7-8296CF18294E}" dt="2026-08-05T07:40:21.918" v="968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r. Himmu" userId="b09b5b51d18eb658" providerId="LiveId" clId="{C352F9F3-30A9-4B9E-83B7-8296CF18294E}" dt="2026-08-05T07:38:34.887" v="950" actId="1076"/>
          <ac:spMkLst>
            <pc:docMk/>
            <pc:sldMk cId="0" sldId="268"/>
            <ac:spMk id="14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6:56:11.815" v="542" actId="21"/>
          <ac:spMkLst>
            <pc:docMk/>
            <pc:sldMk cId="0" sldId="268"/>
            <ac:spMk id="15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7:38:39.775" v="951" actId="1076"/>
          <ac:spMkLst>
            <pc:docMk/>
            <pc:sldMk cId="0" sldId="268"/>
            <ac:spMk id="16" creationId="{5B38E837-46F4-F4FC-1043-BD1A3E3ECD96}"/>
          </ac:spMkLst>
        </pc:spChg>
        <pc:spChg chg="add del mod">
          <ac:chgData name="Mr. Himmu" userId="b09b5b51d18eb658" providerId="LiveId" clId="{C352F9F3-30A9-4B9E-83B7-8296CF18294E}" dt="2026-08-05T07:09:24.468" v="667" actId="21"/>
          <ac:spMkLst>
            <pc:docMk/>
            <pc:sldMk cId="0" sldId="268"/>
            <ac:spMk id="17" creationId="{2783D289-7A4C-477E-EA63-407B02EE6C1B}"/>
          </ac:spMkLst>
        </pc:spChg>
        <pc:spChg chg="add del mod">
          <ac:chgData name="Mr. Himmu" userId="b09b5b51d18eb658" providerId="LiveId" clId="{C352F9F3-30A9-4B9E-83B7-8296CF18294E}" dt="2026-08-05T09:42:37.438" v="3254" actId="21"/>
          <ac:spMkLst>
            <pc:docMk/>
            <pc:sldMk cId="0" sldId="268"/>
            <ac:spMk id="18" creationId="{B9616813-53CB-7EC5-000F-3B41E8792B4B}"/>
          </ac:spMkLst>
        </pc:spChg>
        <pc:spChg chg="add del">
          <ac:chgData name="Mr. Himmu" userId="b09b5b51d18eb658" providerId="LiveId" clId="{C352F9F3-30A9-4B9E-83B7-8296CF18294E}" dt="2026-08-05T07:17:16.509" v="709" actId="21"/>
          <ac:spMkLst>
            <pc:docMk/>
            <pc:sldMk cId="0" sldId="268"/>
            <ac:spMk id="19" creationId="{6691A339-856E-80B7-CE7A-409916A63A0A}"/>
          </ac:spMkLst>
        </pc:spChg>
        <pc:spChg chg="add mod ord">
          <ac:chgData name="Mr. Himmu" userId="b09b5b51d18eb658" providerId="LiveId" clId="{C352F9F3-30A9-4B9E-83B7-8296CF18294E}" dt="2026-08-05T07:24:28.040" v="768" actId="1076"/>
          <ac:spMkLst>
            <pc:docMk/>
            <pc:sldMk cId="0" sldId="268"/>
            <ac:spMk id="20" creationId="{2E0F4717-F3C1-87D5-709D-9FD60039C358}"/>
          </ac:spMkLst>
        </pc:spChg>
        <pc:spChg chg="add mod">
          <ac:chgData name="Mr. Himmu" userId="b09b5b51d18eb658" providerId="LiveId" clId="{C352F9F3-30A9-4B9E-83B7-8296CF18294E}" dt="2026-08-05T07:19:15.032" v="717" actId="13822"/>
          <ac:spMkLst>
            <pc:docMk/>
            <pc:sldMk cId="0" sldId="268"/>
            <ac:spMk id="21" creationId="{9B34A9E2-3426-A686-2EAD-062EBF2145EB}"/>
          </ac:spMkLst>
        </pc:spChg>
        <pc:spChg chg="del">
          <ac:chgData name="Mr. Himmu" userId="b09b5b51d18eb658" providerId="LiveId" clId="{C352F9F3-30A9-4B9E-83B7-8296CF18294E}" dt="2026-08-05T07:14:51.126" v="691" actId="21"/>
          <ac:spMkLst>
            <pc:docMk/>
            <pc:sldMk cId="0" sldId="268"/>
            <ac:spMk id="22" creationId="{00000000-0000-0000-0000-000000000000}"/>
          </ac:spMkLst>
        </pc:spChg>
        <pc:spChg chg="add del">
          <ac:chgData name="Mr. Himmu" userId="b09b5b51d18eb658" providerId="LiveId" clId="{C352F9F3-30A9-4B9E-83B7-8296CF18294E}" dt="2026-08-05T07:19:33.289" v="719" actId="11529"/>
          <ac:spMkLst>
            <pc:docMk/>
            <pc:sldMk cId="0" sldId="268"/>
            <ac:spMk id="23" creationId="{7D901DB2-E52A-FDA7-8E39-EF7F971CA882}"/>
          </ac:spMkLst>
        </pc:spChg>
        <pc:spChg chg="add del mod">
          <ac:chgData name="Mr. Himmu" userId="b09b5b51d18eb658" providerId="LiveId" clId="{C352F9F3-30A9-4B9E-83B7-8296CF18294E}" dt="2026-08-05T07:21:09.698" v="733" actId="11529"/>
          <ac:spMkLst>
            <pc:docMk/>
            <pc:sldMk cId="0" sldId="268"/>
            <ac:spMk id="24" creationId="{D1E1A547-6DD4-08EE-BBFA-EA6BF5EE0E94}"/>
          </ac:spMkLst>
        </pc:spChg>
        <pc:spChg chg="del">
          <ac:chgData name="Mr. Himmu" userId="b09b5b51d18eb658" providerId="LiveId" clId="{C352F9F3-30A9-4B9E-83B7-8296CF18294E}" dt="2026-08-05T07:14:33.913" v="690" actId="21"/>
          <ac:spMkLst>
            <pc:docMk/>
            <pc:sldMk cId="0" sldId="268"/>
            <ac:spMk id="25" creationId="{00000000-0000-0000-0000-000000000000}"/>
          </ac:spMkLst>
        </pc:spChg>
        <pc:spChg chg="add mod">
          <ac:chgData name="Mr. Himmu" userId="b09b5b51d18eb658" providerId="LiveId" clId="{C352F9F3-30A9-4B9E-83B7-8296CF18294E}" dt="2026-08-05T07:42:23.336" v="982" actId="1076"/>
          <ac:spMkLst>
            <pc:docMk/>
            <pc:sldMk cId="0" sldId="268"/>
            <ac:spMk id="26" creationId="{923C80CA-B4AD-CC18-CA8E-76B1DE49DC5B}"/>
          </ac:spMkLst>
        </pc:spChg>
        <pc:spChg chg="add mod">
          <ac:chgData name="Mr. Himmu" userId="b09b5b51d18eb658" providerId="LiveId" clId="{C352F9F3-30A9-4B9E-83B7-8296CF18294E}" dt="2026-08-05T07:44:37.359" v="1068" actId="1076"/>
          <ac:spMkLst>
            <pc:docMk/>
            <pc:sldMk cId="0" sldId="268"/>
            <ac:spMk id="27" creationId="{75F715C4-13A7-728C-1D3D-D8B872EEFC4B}"/>
          </ac:spMkLst>
        </pc:spChg>
        <pc:spChg chg="add mod">
          <ac:chgData name="Mr. Himmu" userId="b09b5b51d18eb658" providerId="LiveId" clId="{C352F9F3-30A9-4B9E-83B7-8296CF18294E}" dt="2026-08-05T07:46:12.311" v="1098" actId="1076"/>
          <ac:spMkLst>
            <pc:docMk/>
            <pc:sldMk cId="0" sldId="268"/>
            <ac:spMk id="28" creationId="{CF3BD984-C229-D886-316D-C25EBD04F559}"/>
          </ac:spMkLst>
        </pc:spChg>
        <pc:picChg chg="del mod ord">
          <ac:chgData name="Mr. Himmu" userId="b09b5b51d18eb658" providerId="LiveId" clId="{C352F9F3-30A9-4B9E-83B7-8296CF18294E}" dt="2026-08-05T07:14:17.118" v="688" actId="21"/>
          <ac:picMkLst>
            <pc:docMk/>
            <pc:sldMk cId="0" sldId="268"/>
            <ac:picMk id="33" creationId="{4CDEAB6D-E545-E827-703E-4C1802FE97AA}"/>
          </ac:picMkLst>
        </pc:picChg>
        <pc:picChg chg="add del mod">
          <ac:chgData name="Mr. Himmu" userId="b09b5b51d18eb658" providerId="LiveId" clId="{C352F9F3-30A9-4B9E-83B7-8296CF18294E}" dt="2026-08-05T07:16:06.824" v="705" actId="21"/>
          <ac:picMkLst>
            <pc:docMk/>
            <pc:sldMk cId="0" sldId="268"/>
            <ac:picMk id="1026" creationId="{996FCAE4-A474-6966-9935-095E6959C522}"/>
          </ac:picMkLst>
        </pc:picChg>
        <pc:picChg chg="add mod">
          <ac:chgData name="Mr. Himmu" userId="b09b5b51d18eb658" providerId="LiveId" clId="{C352F9F3-30A9-4B9E-83B7-8296CF18294E}" dt="2026-08-05T09:42:31.785" v="3253" actId="1076"/>
          <ac:picMkLst>
            <pc:docMk/>
            <pc:sldMk cId="0" sldId="268"/>
            <ac:picMk id="1028" creationId="{B4DFFF3F-D282-E8D8-015F-F8EE9B7B27BC}"/>
          </ac:picMkLst>
        </pc:picChg>
      </pc:sldChg>
      <pc:sldChg chg="new del setBg">
        <pc:chgData name="Mr. Himmu" userId="b09b5b51d18eb658" providerId="LiveId" clId="{C352F9F3-30A9-4B9E-83B7-8296CF18294E}" dt="2026-08-05T06:43:25.302" v="418" actId="680"/>
        <pc:sldMkLst>
          <pc:docMk/>
          <pc:sldMk cId="637642956" sldId="268"/>
        </pc:sldMkLst>
      </pc:sldChg>
      <pc:sldChg chg="addSp delSp modSp add mod modTransition setBg modAnim">
        <pc:chgData name="Mr. Himmu" userId="b09b5b51d18eb658" providerId="LiveId" clId="{C352F9F3-30A9-4B9E-83B7-8296CF18294E}" dt="2026-08-05T10:25:19.794" v="3720"/>
        <pc:sldMkLst>
          <pc:docMk/>
          <pc:sldMk cId="0" sldId="269"/>
        </pc:sldMkLst>
        <pc:spChg chg="mod">
          <ac:chgData name="Mr. Himmu" userId="b09b5b51d18eb658" providerId="LiveId" clId="{C352F9F3-30A9-4B9E-83B7-8296CF18294E}" dt="2026-08-05T09:21:00.072" v="2916" actId="688"/>
          <ac:spMkLst>
            <pc:docMk/>
            <pc:sldMk cId="0" sldId="269"/>
            <ac:spMk id="6" creationId="{00000000-0000-0000-0000-000000000000}"/>
          </ac:spMkLst>
        </pc:spChg>
        <pc:spChg chg="mod">
          <ac:chgData name="Mr. Himmu" userId="b09b5b51d18eb658" providerId="LiveId" clId="{C352F9F3-30A9-4B9E-83B7-8296CF18294E}" dt="2026-08-05T09:21:00.072" v="2916" actId="688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r. Himmu" userId="b09b5b51d18eb658" providerId="LiveId" clId="{C352F9F3-30A9-4B9E-83B7-8296CF18294E}" dt="2026-08-05T09:28:30.809" v="2968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Mr. Himmu" userId="b09b5b51d18eb658" providerId="LiveId" clId="{C352F9F3-30A9-4B9E-83B7-8296CF18294E}" dt="2026-08-05T09:33:40.731" v="3177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Mr. Himmu" userId="b09b5b51d18eb658" providerId="LiveId" clId="{C352F9F3-30A9-4B9E-83B7-8296CF18294E}" dt="2026-08-05T09:28:46.088" v="2969" actId="1076"/>
          <ac:spMkLst>
            <pc:docMk/>
            <pc:sldMk cId="0" sldId="269"/>
            <ac:spMk id="28" creationId="{00000000-0000-0000-0000-000000000000}"/>
          </ac:spMkLst>
        </pc:spChg>
        <pc:spChg chg="mod ord">
          <ac:chgData name="Mr. Himmu" userId="b09b5b51d18eb658" providerId="LiveId" clId="{C352F9F3-30A9-4B9E-83B7-8296CF18294E}" dt="2026-08-05T09:28:09.312" v="2966" actId="1076"/>
          <ac:spMkLst>
            <pc:docMk/>
            <pc:sldMk cId="0" sldId="269"/>
            <ac:spMk id="29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9:21:49.784" v="2924" actId="21"/>
          <ac:spMkLst>
            <pc:docMk/>
            <pc:sldMk cId="0" sldId="269"/>
            <ac:spMk id="30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9:21:49.784" v="2924" actId="21"/>
          <ac:spMkLst>
            <pc:docMk/>
            <pc:sldMk cId="0" sldId="269"/>
            <ac:spMk id="31" creationId="{00000000-0000-0000-0000-000000000000}"/>
          </ac:spMkLst>
        </pc:spChg>
        <pc:spChg chg="del mod">
          <ac:chgData name="Mr. Himmu" userId="b09b5b51d18eb658" providerId="LiveId" clId="{C352F9F3-30A9-4B9E-83B7-8296CF18294E}" dt="2026-08-05T09:21:49.784" v="2924" actId="21"/>
          <ac:spMkLst>
            <pc:docMk/>
            <pc:sldMk cId="0" sldId="269"/>
            <ac:spMk id="32" creationId="{00000000-0000-0000-0000-000000000000}"/>
          </ac:spMkLst>
        </pc:spChg>
        <pc:spChg chg="del">
          <ac:chgData name="Mr. Himmu" userId="b09b5b51d18eb658" providerId="LiveId" clId="{C352F9F3-30A9-4B9E-83B7-8296CF18294E}" dt="2026-08-05T09:20:42.771" v="2914" actId="21"/>
          <ac:spMkLst>
            <pc:docMk/>
            <pc:sldMk cId="0" sldId="269"/>
            <ac:spMk id="33" creationId="{00000000-0000-0000-0000-000000000000}"/>
          </ac:spMkLst>
        </pc:spChg>
        <pc:spChg chg="add del mod">
          <ac:chgData name="Mr. Himmu" userId="b09b5b51d18eb658" providerId="LiveId" clId="{C352F9F3-30A9-4B9E-83B7-8296CF18294E}" dt="2026-08-05T09:29:02.200" v="2970" actId="21"/>
          <ac:spMkLst>
            <pc:docMk/>
            <pc:sldMk cId="0" sldId="269"/>
            <ac:spMk id="35" creationId="{746A6349-88A9-F15E-6952-EA8E4219BE1C}"/>
          </ac:spMkLst>
        </pc:spChg>
        <pc:spChg chg="add del mod">
          <ac:chgData name="Mr. Himmu" userId="b09b5b51d18eb658" providerId="LiveId" clId="{C352F9F3-30A9-4B9E-83B7-8296CF18294E}" dt="2026-08-05T09:29:02.200" v="2970" actId="21"/>
          <ac:spMkLst>
            <pc:docMk/>
            <pc:sldMk cId="0" sldId="269"/>
            <ac:spMk id="36" creationId="{68EC9498-D631-FBF9-B507-280FACA31D5B}"/>
          </ac:spMkLst>
        </pc:spChg>
        <pc:spChg chg="add del mod">
          <ac:chgData name="Mr. Himmu" userId="b09b5b51d18eb658" providerId="LiveId" clId="{C352F9F3-30A9-4B9E-83B7-8296CF18294E}" dt="2026-08-05T09:29:02.200" v="2970" actId="21"/>
          <ac:spMkLst>
            <pc:docMk/>
            <pc:sldMk cId="0" sldId="269"/>
            <ac:spMk id="37" creationId="{9ADEC4BB-B3E6-A6FC-D860-7F0C7C1EF9AE}"/>
          </ac:spMkLst>
        </pc:spChg>
        <pc:spChg chg="add mod">
          <ac:chgData name="Mr. Himmu" userId="b09b5b51d18eb658" providerId="LiveId" clId="{C352F9F3-30A9-4B9E-83B7-8296CF18294E}" dt="2026-08-05T09:30:04.282" v="2972" actId="1076"/>
          <ac:spMkLst>
            <pc:docMk/>
            <pc:sldMk cId="0" sldId="269"/>
            <ac:spMk id="38" creationId="{4E8B75CA-6EFD-F474-9560-2FAE8F6FEF5B}"/>
          </ac:spMkLst>
        </pc:spChg>
        <pc:spChg chg="add mod">
          <ac:chgData name="Mr. Himmu" userId="b09b5b51d18eb658" providerId="LiveId" clId="{C352F9F3-30A9-4B9E-83B7-8296CF18294E}" dt="2026-08-05T09:30:04.282" v="2972" actId="1076"/>
          <ac:spMkLst>
            <pc:docMk/>
            <pc:sldMk cId="0" sldId="269"/>
            <ac:spMk id="39" creationId="{1DD54BB1-8BAC-544F-D2BE-9925B5D6B927}"/>
          </ac:spMkLst>
        </pc:spChg>
        <pc:spChg chg="add mod">
          <ac:chgData name="Mr. Himmu" userId="b09b5b51d18eb658" providerId="LiveId" clId="{C352F9F3-30A9-4B9E-83B7-8296CF18294E}" dt="2026-08-05T09:30:04.282" v="2972" actId="1076"/>
          <ac:spMkLst>
            <pc:docMk/>
            <pc:sldMk cId="0" sldId="269"/>
            <ac:spMk id="40" creationId="{B873E185-09B8-4900-4C54-37028619DC29}"/>
          </ac:spMkLst>
        </pc:spChg>
        <pc:picChg chg="add del mod">
          <ac:chgData name="Mr. Himmu" userId="b09b5b51d18eb658" providerId="LiveId" clId="{C352F9F3-30A9-4B9E-83B7-8296CF18294E}" dt="2026-08-05T09:34:12.875" v="3183" actId="21"/>
          <ac:picMkLst>
            <pc:docMk/>
            <pc:sldMk cId="0" sldId="269"/>
            <ac:picMk id="41" creationId="{46C6E9BC-282E-F409-557E-D44EE4E7EBD7}"/>
          </ac:picMkLst>
        </pc:picChg>
        <pc:picChg chg="add mod">
          <ac:chgData name="Mr. Himmu" userId="b09b5b51d18eb658" providerId="LiveId" clId="{C352F9F3-30A9-4B9E-83B7-8296CF18294E}" dt="2026-08-05T09:43:42.193" v="3264" actId="1076"/>
          <ac:picMkLst>
            <pc:docMk/>
            <pc:sldMk cId="0" sldId="269"/>
            <ac:picMk id="42" creationId="{9FBC8DB8-4217-33A1-362D-43662B28D49D}"/>
          </ac:picMkLst>
        </pc:picChg>
      </pc:sldChg>
      <pc:sldChg chg="addSp modSp new add del setBg modAnim">
        <pc:chgData name="Mr. Himmu" userId="b09b5b51d18eb658" providerId="LiveId" clId="{C352F9F3-30A9-4B9E-83B7-8296CF18294E}" dt="2026-08-05T09:50:04.282" v="3319" actId="2696"/>
        <pc:sldMkLst>
          <pc:docMk/>
          <pc:sldMk cId="1368237342" sldId="270"/>
        </pc:sldMkLst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2" creationId="{3F9E4F31-57E4-1C36-0453-0C6B45AD9CCF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3" creationId="{146FE012-C4EF-2100-0AFA-84D008698C3C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4" creationId="{23E31EF6-AD15-08E2-70DA-E5F681B8C2AB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5" creationId="{8C39BFB2-70BF-C1B6-181F-CBFDB1BD2663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6" creationId="{BCBE3CF7-D45C-BD87-19CB-777CC7F875A7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7" creationId="{4BFAB87E-D740-4D55-1EB6-2B6E32EE3B93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8" creationId="{B46C1D31-166B-492E-7614-66824136E92B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9" creationId="{379F0CA6-133B-BB59-B87A-6A0716AE51BA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0" creationId="{B7057B35-6446-CC41-4DFD-C89DAD741B5D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1" creationId="{537009D4-E1F3-526D-F068-1458970ECB06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2" creationId="{DEE6E645-B04D-F939-D2DD-E93E9A8037DD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3" creationId="{4A6085F8-16D4-FD7D-D6FB-B3CFAA2EAB45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4" creationId="{AD541A72-9FBF-5C16-BA43-28BCC9A272EA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5" creationId="{AC5831B6-46B8-BDF0-BD16-A7C4DA118D4E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6" creationId="{5D4E51A1-2B63-3B46-81F3-3EE79ADFFDBD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7" creationId="{850FACFD-750A-7C5C-291A-8A3F19A1DAC5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19" creationId="{5691E4F8-99D5-DD0A-03B4-14594ADCCB24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20" creationId="{72F83E51-C37C-427D-1AFC-146BB72A0AFF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21" creationId="{FB140E85-7C5C-1B2C-29F5-C3446E6C78F8}"/>
          </ac:spMkLst>
        </pc:spChg>
        <pc:spChg chg="add mod">
          <ac:chgData name="Mr. Himmu" userId="b09b5b51d18eb658" providerId="LiveId" clId="{C352F9F3-30A9-4B9E-83B7-8296CF18294E}" dt="2026-08-05T09:49:48.396" v="3318"/>
          <ac:spMkLst>
            <pc:docMk/>
            <pc:sldMk cId="1368237342" sldId="270"/>
            <ac:spMk id="22" creationId="{4E35B222-68DB-1D76-3E41-F4DDDDFF0801}"/>
          </ac:spMkLst>
        </pc:spChg>
        <pc:picChg chg="add mod">
          <ac:chgData name="Mr. Himmu" userId="b09b5b51d18eb658" providerId="LiveId" clId="{C352F9F3-30A9-4B9E-83B7-8296CF18294E}" dt="2026-08-05T09:49:48.396" v="3318"/>
          <ac:picMkLst>
            <pc:docMk/>
            <pc:sldMk cId="1368237342" sldId="270"/>
            <ac:picMk id="18" creationId="{EBEF1615-920C-2EF9-4FC9-3119140285E6}"/>
          </ac:picMkLst>
        </pc:picChg>
      </pc:sldChg>
      <pc:sldMasterChg chg="setBg modSldLayout">
        <pc:chgData name="Mr. Himmu" userId="b09b5b51d18eb658" providerId="LiveId" clId="{C352F9F3-30A9-4B9E-83B7-8296CF18294E}" dt="2026-08-05T07:35:55.001" v="867"/>
        <pc:sldMasterMkLst>
          <pc:docMk/>
          <pc:sldMasterMk cId="1557729659" sldId="2147483650"/>
        </pc:sldMasterMkLst>
        <pc:sldLayoutChg chg="setBg">
          <pc:chgData name="Mr. Himmu" userId="b09b5b51d18eb658" providerId="LiveId" clId="{C352F9F3-30A9-4B9E-83B7-8296CF18294E}" dt="2026-08-05T07:35:55.001" v="867"/>
          <pc:sldLayoutMkLst>
            <pc:docMk/>
            <pc:sldMasterMk cId="1557729659" sldId="2147483650"/>
            <pc:sldLayoutMk cId="254009033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8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57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636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0984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051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882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615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167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713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7842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119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169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42539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1183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9795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784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50914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6401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90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8352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95328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5663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42434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99456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3404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5999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4605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9339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00745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10196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3500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48251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78523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91145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247604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1550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429700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117326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743184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95239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94098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834330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3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72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813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7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51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554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57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54864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1051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1554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2057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54864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1051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554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2057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54864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1051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1554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2057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54864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1051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0" y="1554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057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54864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051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554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2057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6" name="Shape 24"/>
          <p:cNvSpPr/>
          <p:nvPr/>
        </p:nvSpPr>
        <p:spPr>
          <a:xfrm>
            <a:off x="2322425" y="228600"/>
            <a:ext cx="5943600" cy="1252728"/>
          </a:xfrm>
          <a:prstGeom prst="roundRect">
            <a:avLst>
              <a:gd name="adj" fmla="val 15385"/>
            </a:avLst>
          </a:prstGeom>
          <a:solidFill>
            <a:srgbClr val="262B30"/>
          </a:solidFill>
          <a:ln w="12700">
            <a:solidFill>
              <a:srgbClr val="3A3F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69264" y="1517904"/>
            <a:ext cx="100584" cy="100584"/>
          </a:xfrm>
          <a:prstGeom prst="ellipse">
            <a:avLst/>
          </a:prstGeom>
          <a:solidFill>
            <a:srgbClr val="E9564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0432" y="1517904"/>
            <a:ext cx="100584" cy="100584"/>
          </a:xfrm>
          <a:prstGeom prst="ellipse">
            <a:avLst/>
          </a:prstGeom>
          <a:solidFill>
            <a:srgbClr val="E9C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71600" y="1517904"/>
            <a:ext cx="100584" cy="100584"/>
          </a:xfrm>
          <a:prstGeom prst="ellipse">
            <a:avLst/>
          </a:prstGeom>
          <a:solidFill>
            <a:srgbClr val="39D353"/>
          </a:solidFill>
          <a:ln/>
        </p:spPr>
      </p:sp>
      <p:sp>
        <p:nvSpPr>
          <p:cNvPr id="30" name="Text 28"/>
          <p:cNvSpPr/>
          <p:nvPr/>
        </p:nvSpPr>
        <p:spPr>
          <a:xfrm>
            <a:off x="2322425" y="199560"/>
            <a:ext cx="5998615" cy="1281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Himanshu </a:t>
            </a:r>
            <a:r>
              <a:rPr lang="en-US" sz="3600" b="1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Bist</a:t>
            </a:r>
            <a:r>
              <a:rPr lang="en-US" sz="3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36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Presents</a:t>
            </a:r>
            <a:r>
              <a:rPr lang="en-US" sz="3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7240" y="20574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7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100" dirty="0">
                <a:solidFill>
                  <a:srgbClr val="E95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DISTRIBUTIONS</a:t>
            </a:r>
            <a:endParaRPr lang="en-US" sz="6000" dirty="0"/>
          </a:p>
        </p:txBody>
      </p:sp>
      <p:sp>
        <p:nvSpPr>
          <p:cNvPr id="33" name="Shape 31"/>
          <p:cNvSpPr/>
          <p:nvPr/>
        </p:nvSpPr>
        <p:spPr>
          <a:xfrm>
            <a:off x="855031" y="3931367"/>
            <a:ext cx="3959218" cy="5200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4" name="Text 32"/>
          <p:cNvSpPr/>
          <p:nvPr/>
        </p:nvSpPr>
        <p:spPr>
          <a:xfrm>
            <a:off x="186364" y="4206241"/>
            <a:ext cx="6360171" cy="591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How is the one Kernel, powering hundreds of OSs , serving the Open-Source World?</a:t>
            </a:r>
          </a:p>
        </p:txBody>
      </p:sp>
      <p:sp>
        <p:nvSpPr>
          <p:cNvPr id="35" name="Text 33"/>
          <p:cNvSpPr/>
          <p:nvPr/>
        </p:nvSpPr>
        <p:spPr>
          <a:xfrm>
            <a:off x="0" y="6172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Science · Grade 11 · Application package</a:t>
            </a:r>
            <a:endParaRPr lang="en-US" sz="1200" dirty="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5E042B0C-D97B-3198-B9F7-696E90DB188A}"/>
              </a:ext>
            </a:extLst>
          </p:cNvPr>
          <p:cNvSpPr/>
          <p:nvPr/>
        </p:nvSpPr>
        <p:spPr>
          <a:xfrm>
            <a:off x="7320728" y="4793041"/>
            <a:ext cx="4765295" cy="1783080"/>
          </a:xfrm>
          <a:prstGeom prst="roundRect">
            <a:avLst>
              <a:gd name="adj" fmla="val 15385"/>
            </a:avLst>
          </a:prstGeom>
          <a:solidFill>
            <a:srgbClr val="262B30"/>
          </a:solidFill>
          <a:ln w="12700">
            <a:solidFill>
              <a:srgbClr val="3A3F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FECCAA-13B5-E9FD-1A06-18E7D1FDCF50}"/>
              </a:ext>
            </a:extLst>
          </p:cNvPr>
          <p:cNvSpPr txBox="1"/>
          <p:nvPr/>
        </p:nvSpPr>
        <p:spPr>
          <a:xfrm>
            <a:off x="8363745" y="5643437"/>
            <a:ext cx="311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Section :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Tesla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C58C51-F235-6520-D8F1-3C648B2CA5CF}"/>
              </a:ext>
            </a:extLst>
          </p:cNvPr>
          <p:cNvSpPr txBox="1"/>
          <p:nvPr/>
        </p:nvSpPr>
        <p:spPr>
          <a:xfrm>
            <a:off x="7401115" y="4947581"/>
            <a:ext cx="2302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Subject Teacher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endParaRPr lang="en-US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ECD911-5177-C23E-53AB-9F68F75D6841}"/>
              </a:ext>
            </a:extLst>
          </p:cNvPr>
          <p:cNvSpPr txBox="1"/>
          <p:nvPr/>
        </p:nvSpPr>
        <p:spPr>
          <a:xfrm>
            <a:off x="9622988" y="5015687"/>
            <a:ext cx="264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Govind Raj Joshi</a:t>
            </a:r>
          </a:p>
        </p:txBody>
      </p:sp>
      <p:pic>
        <p:nvPicPr>
          <p:cNvPr id="2052" name="Picture 4" descr="Penguin Clipart Profile - Linux Logo Vector - Free Transparent PNG Clipart  Images Download">
            <a:extLst>
              <a:ext uri="{FF2B5EF4-FFF2-40B4-BE49-F238E27FC236}">
                <a16:creationId xmlns:a16="http://schemas.microsoft.com/office/drawing/2014/main" id="{C07D7423-F0AD-5208-4AEE-D3D5AA6D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625" b="91500" l="10000" r="90000">
                        <a14:foregroundMark x1="42262" y1="9875" x2="58333" y2="8625"/>
                        <a14:foregroundMark x1="58333" y1="8625" x2="43452" y2="7625"/>
                        <a14:foregroundMark x1="43452" y1="7625" x2="49762" y2="15125"/>
                        <a14:foregroundMark x1="57619" y1="23250" x2="42500" y2="24000"/>
                        <a14:foregroundMark x1="42500" y1="24000" x2="41667" y2="25625"/>
                        <a14:foregroundMark x1="40119" y1="23000" x2="56548" y2="22625"/>
                        <a14:foregroundMark x1="56548" y1="22625" x2="55357" y2="24625"/>
                        <a14:foregroundMark x1="41071" y1="36125" x2="47500" y2="58250"/>
                        <a14:foregroundMark x1="47500" y1="58250" x2="46310" y2="77625"/>
                        <a14:foregroundMark x1="46310" y1="77625" x2="63214" y2="51375"/>
                        <a14:foregroundMark x1="63214" y1="51375" x2="65119" y2="45250"/>
                        <a14:foregroundMark x1="62857" y1="45250" x2="56667" y2="46875"/>
                        <a14:foregroundMark x1="56667" y1="46250" x2="54167" y2="51500"/>
                        <a14:foregroundMark x1="42262" y1="38750" x2="42262" y2="38750"/>
                        <a14:foregroundMark x1="30357" y1="91125" x2="38810" y2="91500"/>
                        <a14:foregroundMark x1="39524" y1="55375" x2="39524" y2="55375"/>
                        <a14:foregroundMark x1="37024" y1="55375" x2="41071" y2="64000"/>
                        <a14:foregroundMark x1="62619" y1="65625" x2="59167" y2="70875"/>
                        <a14:foregroundMark x1="46071" y1="83250" x2="60714" y2="79375"/>
                        <a14:foregroundMark x1="71071" y1="61625" x2="67619" y2="43625"/>
                        <a14:foregroundMark x1="67619" y1="43625" x2="66905" y2="4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120" y="3094451"/>
            <a:ext cx="1456559" cy="138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13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2E0F4717-F3C1-87D5-709D-9FD60039C358}"/>
              </a:ext>
            </a:extLst>
          </p:cNvPr>
          <p:cNvSpPr/>
          <p:nvPr/>
        </p:nvSpPr>
        <p:spPr>
          <a:xfrm rot="16200000">
            <a:off x="4886849" y="2862485"/>
            <a:ext cx="3188677" cy="2828611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7253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39097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Linux Kernel?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79120" y="153017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01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25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kernel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82992"/>
            <a:ext cx="5623560" cy="857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core, open-source engine of a Linux operating system that directly manages computer hardware (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CPU, memory, disks and devices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) and controls how applications run.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79120" y="291967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542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0746" y="293233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99571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Man behind the Open Source Kingdom</a:t>
            </a:r>
          </a:p>
        </p:txBody>
      </p:sp>
      <p:sp>
        <p:nvSpPr>
          <p:cNvPr id="11" name="Text 9"/>
          <p:cNvSpPr/>
          <p:nvPr/>
        </p:nvSpPr>
        <p:spPr>
          <a:xfrm>
            <a:off x="1188720" y="2853691"/>
            <a:ext cx="5212080" cy="891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Created by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Linus Torvalds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1991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the Linux kernel is released under the </a:t>
            </a:r>
            <a:r>
              <a:rPr lang="en-US" u="sng" dirty="0">
                <a:solidFill>
                  <a:schemeClr val="bg2">
                    <a:lumMod val="50000"/>
                  </a:schemeClr>
                </a:solidFill>
              </a:rPr>
              <a:t>GNU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General Public License version 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(</a:t>
            </a:r>
            <a:r>
              <a:rPr lang="en-US" u="sng" dirty="0">
                <a:solidFill>
                  <a:schemeClr val="bg2">
                    <a:lumMod val="50000"/>
                  </a:schemeClr>
                </a:solidFill>
              </a:rPr>
              <a:t>GPLv2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).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0746" y="440077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1F23"/>
          </a:solidFill>
          <a:ln/>
        </p:spPr>
      </p:sp>
      <p:sp>
        <p:nvSpPr>
          <p:cNvPr id="13" name="Text 11"/>
          <p:cNvSpPr/>
          <p:nvPr/>
        </p:nvSpPr>
        <p:spPr>
          <a:xfrm>
            <a:off x="579120" y="441343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93634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/>
              <a:t>The Freedom</a:t>
            </a:r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38E837-46F4-F4FC-1043-BD1A3E3ECD96}"/>
              </a:ext>
            </a:extLst>
          </p:cNvPr>
          <p:cNvSpPr txBox="1"/>
          <p:nvPr/>
        </p:nvSpPr>
        <p:spPr>
          <a:xfrm>
            <a:off x="1188720" y="4265465"/>
            <a:ext cx="5051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This license guarantees that anyone view, modify, and distribute its source code.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Free to use, free to study.</a:t>
            </a:r>
          </a:p>
        </p:txBody>
      </p:sp>
      <p:pic>
        <p:nvPicPr>
          <p:cNvPr id="1028" name="Picture 4" descr="Linus Torvalds - Faces of Open Source">
            <a:extLst>
              <a:ext uri="{FF2B5EF4-FFF2-40B4-BE49-F238E27FC236}">
                <a16:creationId xmlns:a16="http://schemas.microsoft.com/office/drawing/2014/main" id="{B4DFFF3F-D282-E8D8-015F-F8EE9B7B2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301" y="109728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B34A9E2-3426-A686-2EAD-062EBF2145EB}"/>
              </a:ext>
            </a:extLst>
          </p:cNvPr>
          <p:cNvSpPr/>
          <p:nvPr/>
        </p:nvSpPr>
        <p:spPr>
          <a:xfrm>
            <a:off x="5066882" y="5871129"/>
            <a:ext cx="1638718" cy="9868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923C80CA-B4AD-CC18-CA8E-76B1DE49DC5B}"/>
              </a:ext>
            </a:extLst>
          </p:cNvPr>
          <p:cNvSpPr/>
          <p:nvPr/>
        </p:nvSpPr>
        <p:spPr>
          <a:xfrm>
            <a:off x="579120" y="581540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5420"/>
          </a:solidFill>
          <a:ln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F715C4-13A7-728C-1D3D-D8B872EEFC4B}"/>
              </a:ext>
            </a:extLst>
          </p:cNvPr>
          <p:cNvSpPr txBox="1"/>
          <p:nvPr/>
        </p:nvSpPr>
        <p:spPr>
          <a:xfrm>
            <a:off x="1188720" y="5690077"/>
            <a:ext cx="3894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Linux OS comes in many distributions made by the same engine, Linux Kernel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3BD984-C229-D886-316D-C25EBD04F559}"/>
              </a:ext>
            </a:extLst>
          </p:cNvPr>
          <p:cNvSpPr txBox="1"/>
          <p:nvPr/>
        </p:nvSpPr>
        <p:spPr>
          <a:xfrm>
            <a:off x="1185162" y="5380611"/>
            <a:ext cx="2016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 Core Essence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0"/>
                            </p:stCondLst>
                            <p:childTnLst>
                              <p:par>
                                <p:cTn id="2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2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250"/>
                            </p:stCondLst>
                            <p:childTnLst>
                              <p:par>
                                <p:cTn id="4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2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" grpId="0" animBg="1"/>
      <p:bldP spid="16" grpId="0"/>
      <p:bldP spid="21" grpId="0" animBg="1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2541236" y="5528067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134305" y="4193224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7" name="Shape 15"/>
          <p:cNvSpPr/>
          <p:nvPr/>
        </p:nvSpPr>
        <p:spPr>
          <a:xfrm>
            <a:off x="5123160" y="3051784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571219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AutoNum type="arabicPlain" startAt="2"/>
            </a:pPr>
            <a:r>
              <a:rPr lang="en-US" sz="1200" b="1" kern="0" spc="200" dirty="0">
                <a:solidFill>
                  <a:srgbClr val="E95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vs. Distribution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9634" y="1351503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 (“distro”) packages the Linux kernel together with the tools people actually need to use a computer.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41036" y="3493359"/>
            <a:ext cx="1737360" cy="1737360"/>
          </a:xfrm>
          <a:prstGeom prst="ellipse">
            <a:avLst/>
          </a:prstGeom>
          <a:solidFill>
            <a:srgbClr val="1B1F23"/>
          </a:solidFill>
          <a:ln/>
        </p:spPr>
      </p:sp>
      <p:sp>
        <p:nvSpPr>
          <p:cNvPr id="6" name="Text 4"/>
          <p:cNvSpPr/>
          <p:nvPr/>
        </p:nvSpPr>
        <p:spPr>
          <a:xfrm>
            <a:off x="901699" y="3486124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
</a:t>
            </a:r>
            <a:r>
              <a:rPr lang="en-US" sz="1300" dirty="0">
                <a:solidFill>
                  <a:srgbClr val="39D3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flipV="1">
            <a:off x="2639059" y="3530188"/>
            <a:ext cx="2397246" cy="42991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81303" y="2024562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Text 10"/>
          <p:cNvSpPr/>
          <p:nvPr/>
        </p:nvSpPr>
        <p:spPr>
          <a:xfrm>
            <a:off x="2807682" y="1924152"/>
            <a:ext cx="2011680" cy="711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r>
              <a:rPr lang="en-US" dirty="0"/>
              <a:t> </a:t>
            </a: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87379" y="2290500"/>
            <a:ext cx="2348926" cy="534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install software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95024" y="3098022"/>
            <a:ext cx="26226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95000"/>
              </a:lnSpc>
              <a:buNone/>
            </a:pP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r>
              <a:rPr lang="en-US" dirty="0"/>
              <a:t> </a:t>
            </a: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23160" y="3412648"/>
            <a:ext cx="2622619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 (GI/GUI)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73967" y="4218263"/>
            <a:ext cx="27904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r>
              <a:rPr lang="en-US" dirty="0"/>
              <a:t> </a:t>
            </a: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84418" y="4579375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command-line tools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39059" y="5507642"/>
            <a:ext cx="23489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r>
              <a:rPr lang="en-US" dirty="0"/>
              <a:t> </a:t>
            </a:r>
            <a:r>
              <a:rPr lang="en-US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21178" y="5891009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app library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22DEA7FE-D76F-CCEA-F559-618091894D73}"/>
              </a:ext>
            </a:extLst>
          </p:cNvPr>
          <p:cNvSpPr/>
          <p:nvPr/>
        </p:nvSpPr>
        <p:spPr>
          <a:xfrm>
            <a:off x="2581302" y="4811909"/>
            <a:ext cx="1125513" cy="6957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DF8C14ED-5268-E292-4055-6930DB240CF4}"/>
              </a:ext>
            </a:extLst>
          </p:cNvPr>
          <p:cNvSpPr/>
          <p:nvPr/>
        </p:nvSpPr>
        <p:spPr>
          <a:xfrm flipV="1">
            <a:off x="2175979" y="2913667"/>
            <a:ext cx="1530836" cy="70684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07482464-32E2-BC3D-BF74-ADA47C8D07F1}"/>
              </a:ext>
            </a:extLst>
          </p:cNvPr>
          <p:cNvSpPr/>
          <p:nvPr/>
        </p:nvSpPr>
        <p:spPr>
          <a:xfrm flipV="1">
            <a:off x="2697778" y="4565701"/>
            <a:ext cx="2412320" cy="107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1F953-FC5D-69B8-9FA8-B64B452E7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758" l="1477" r="97584">
                        <a14:foregroundMark x1="57584" y1="7867" x2="57584" y2="7867"/>
                        <a14:foregroundMark x1="60134" y1="0" x2="60134" y2="0"/>
                        <a14:foregroundMark x1="55436" y1="59006" x2="55436" y2="59006"/>
                        <a14:foregroundMark x1="64161" y1="57764" x2="64161" y2="57764"/>
                        <a14:foregroundMark x1="72215" y1="58178" x2="73289" y2="85714"/>
                        <a14:foregroundMark x1="73289" y1="85714" x2="83221" y2="94203"/>
                        <a14:foregroundMark x1="83221" y1="94203" x2="91946" y2="96273"/>
                        <a14:foregroundMark x1="91946" y1="96273" x2="92349" y2="62319"/>
                        <a14:foregroundMark x1="92349" y1="62319" x2="82148" y2="53209"/>
                        <a14:foregroundMark x1="82148" y1="53209" x2="74362" y2="54658"/>
                        <a14:foregroundMark x1="95705" y1="68530" x2="94631" y2="87371"/>
                        <a14:foregroundMark x1="94631" y1="87371" x2="96376" y2="72257"/>
                        <a14:foregroundMark x1="97584" y1="93582" x2="35570" y2="87785"/>
                        <a14:foregroundMark x1="35570" y1="87785" x2="27651" y2="78882"/>
                        <a14:foregroundMark x1="27651" y1="78882" x2="16510" y2="82816"/>
                        <a14:foregroundMark x1="16510" y1="82816" x2="13826" y2="70186"/>
                        <a14:foregroundMark x1="13826" y1="70186" x2="5101" y2="79503"/>
                        <a14:foregroundMark x1="5101" y1="79503" x2="4966" y2="97308"/>
                        <a14:foregroundMark x1="4966" y1="97308" x2="89128" y2="99172"/>
                        <a14:foregroundMark x1="89128" y1="99172" x2="97718" y2="98758"/>
                        <a14:foregroundMark x1="97718" y1="98758" x2="97181" y2="95031"/>
                        <a14:foregroundMark x1="1477" y1="98344" x2="4430" y2="93168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925167" y="3332145"/>
            <a:ext cx="5513293" cy="357439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9616813-53CB-7EC5-000F-3B41E8792B4B}"/>
              </a:ext>
            </a:extLst>
          </p:cNvPr>
          <p:cNvSpPr/>
          <p:nvPr/>
        </p:nvSpPr>
        <p:spPr>
          <a:xfrm rot="10800000">
            <a:off x="6902307" y="5507643"/>
            <a:ext cx="45719" cy="15875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5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1"/>
          <p:cNvSpPr/>
          <p:nvPr/>
        </p:nvSpPr>
        <p:spPr>
          <a:xfrm>
            <a:off x="2199132" y="3283199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6" name="Shape 44"/>
          <p:cNvSpPr/>
          <p:nvPr/>
        </p:nvSpPr>
        <p:spPr>
          <a:xfrm>
            <a:off x="624840" y="1341934"/>
            <a:ext cx="5364480" cy="45719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" name="Text 0"/>
          <p:cNvSpPr/>
          <p:nvPr/>
        </p:nvSpPr>
        <p:spPr>
          <a:xfrm>
            <a:off x="548640" y="296728"/>
            <a:ext cx="596269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THE Family of the Distribution Community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major distro families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80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/>
              <a:t>Debian, Red Hat, and Arch are the major managers in which tens of common distros are based: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4160520"/>
          </a:xfrm>
          <a:prstGeom prst="roundRect">
            <a:avLst>
              <a:gd name="adj" fmla="val 339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6" name="Shape 4"/>
          <p:cNvSpPr/>
          <p:nvPr/>
        </p:nvSpPr>
        <p:spPr>
          <a:xfrm>
            <a:off x="548640" y="19659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A80030"/>
          </a:solidFill>
          <a:ln/>
        </p:spPr>
      </p:sp>
      <p:sp>
        <p:nvSpPr>
          <p:cNvPr id="7" name="Shape 5"/>
          <p:cNvSpPr/>
          <p:nvPr/>
        </p:nvSpPr>
        <p:spPr>
          <a:xfrm>
            <a:off x="2637692" y="5077633"/>
            <a:ext cx="2697480" cy="365760"/>
          </a:xfrm>
          <a:prstGeom prst="rect">
            <a:avLst/>
          </a:prstGeom>
          <a:solidFill>
            <a:srgbClr val="A8003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Debian family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2999232"/>
            <a:ext cx="82296" cy="82296"/>
          </a:xfrm>
          <a:prstGeom prst="ellipse">
            <a:avLst/>
          </a:prstGeom>
          <a:solidFill>
            <a:srgbClr val="A8003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3456432"/>
            <a:ext cx="82296" cy="82296"/>
          </a:xfrm>
          <a:prstGeom prst="ellipse">
            <a:avLst/>
          </a:prstGeom>
          <a:solidFill>
            <a:srgbClr val="A8003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383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913632"/>
            <a:ext cx="82296" cy="82296"/>
          </a:xfrm>
          <a:prstGeom prst="ellipse">
            <a:avLst/>
          </a:prstGeom>
          <a:solidFill>
            <a:srgbClr val="A8003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370832"/>
            <a:ext cx="82296" cy="82296"/>
          </a:xfrm>
          <a:prstGeom prst="ellipse">
            <a:avLst/>
          </a:prstGeom>
          <a:solidFill>
            <a:srgbClr val="A80030"/>
          </a:solidFill>
          <a:ln/>
        </p:spPr>
      </p:sp>
      <p:sp>
        <p:nvSpPr>
          <p:cNvPr id="16" name="Text 14"/>
          <p:cNvSpPr/>
          <p:nvPr/>
        </p:nvSpPr>
        <p:spPr>
          <a:xfrm>
            <a:off x="952637" y="4297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956" y="5561863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Great Stability, APT based, loved by common users</a:t>
            </a:r>
          </a:p>
        </p:txBody>
      </p:sp>
      <p:sp>
        <p:nvSpPr>
          <p:cNvPr id="18" name="Shape 16"/>
          <p:cNvSpPr/>
          <p:nvPr/>
        </p:nvSpPr>
        <p:spPr>
          <a:xfrm>
            <a:off x="3474720" y="1965960"/>
            <a:ext cx="2697480" cy="4160520"/>
          </a:xfrm>
          <a:prstGeom prst="roundRect">
            <a:avLst>
              <a:gd name="adj" fmla="val 339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9" name="Shape 17"/>
          <p:cNvSpPr/>
          <p:nvPr/>
        </p:nvSpPr>
        <p:spPr>
          <a:xfrm>
            <a:off x="3474720" y="1987815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EE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618033" y="5077633"/>
            <a:ext cx="2697480" cy="365760"/>
          </a:xfrm>
          <a:prstGeom prst="rect">
            <a:avLst/>
          </a:prstGeom>
          <a:solidFill>
            <a:srgbClr val="EE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Red Hat family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75888" y="2999232"/>
            <a:ext cx="82296" cy="8229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3858768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75888" y="3456432"/>
            <a:ext cx="82296" cy="8229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768" y="3383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75888" y="3913632"/>
            <a:ext cx="82296" cy="8229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858768" y="3840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Stream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75888" y="4370832"/>
            <a:ext cx="82296" cy="8229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858768" y="4297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0" y="5532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DNF/RPM based</a:t>
            </a:r>
            <a:b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Cutting-edge updates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1965960"/>
            <a:ext cx="2697480" cy="4160520"/>
          </a:xfrm>
          <a:prstGeom prst="roundRect">
            <a:avLst>
              <a:gd name="adj" fmla="val 339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2" name="Shape 30"/>
          <p:cNvSpPr/>
          <p:nvPr/>
        </p:nvSpPr>
        <p:spPr>
          <a:xfrm>
            <a:off x="6400800" y="19659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1793D1"/>
          </a:solidFill>
          <a:ln/>
        </p:spPr>
      </p:sp>
      <p:sp>
        <p:nvSpPr>
          <p:cNvPr id="33" name="Shape 31"/>
          <p:cNvSpPr/>
          <p:nvPr/>
        </p:nvSpPr>
        <p:spPr>
          <a:xfrm>
            <a:off x="8544113" y="5070348"/>
            <a:ext cx="2697480" cy="365760"/>
          </a:xfrm>
          <a:prstGeom prst="rect">
            <a:avLst/>
          </a:prstGeom>
          <a:solidFill>
            <a:srgbClr val="1793D1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Arch family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01968" y="2999232"/>
            <a:ext cx="82296" cy="82296"/>
          </a:xfrm>
          <a:prstGeom prst="ellipse">
            <a:avLst/>
          </a:prstGeom>
          <a:solidFill>
            <a:srgbClr val="1793D1"/>
          </a:solidFill>
          <a:ln/>
        </p:spPr>
      </p:sp>
      <p:sp>
        <p:nvSpPr>
          <p:cNvPr id="36" name="Text 34"/>
          <p:cNvSpPr/>
          <p:nvPr/>
        </p:nvSpPr>
        <p:spPr>
          <a:xfrm>
            <a:off x="6784848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Linux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01968" y="3456432"/>
            <a:ext cx="82296" cy="82296"/>
          </a:xfrm>
          <a:prstGeom prst="ellipse">
            <a:avLst/>
          </a:prstGeom>
          <a:solidFill>
            <a:srgbClr val="1793D1"/>
          </a:solidFill>
          <a:ln/>
        </p:spPr>
      </p:sp>
      <p:sp>
        <p:nvSpPr>
          <p:cNvPr id="38" name="Text 36"/>
          <p:cNvSpPr/>
          <p:nvPr/>
        </p:nvSpPr>
        <p:spPr>
          <a:xfrm>
            <a:off x="6784848" y="3383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Manjaro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01968" y="3913632"/>
            <a:ext cx="82296" cy="82296"/>
          </a:xfrm>
          <a:prstGeom prst="ellipse">
            <a:avLst/>
          </a:prstGeom>
          <a:solidFill>
            <a:srgbClr val="1793D1"/>
          </a:solidFill>
          <a:ln/>
        </p:spPr>
      </p:sp>
      <p:sp>
        <p:nvSpPr>
          <p:cNvPr id="40" name="Text 38"/>
          <p:cNvSpPr/>
          <p:nvPr/>
        </p:nvSpPr>
        <p:spPr>
          <a:xfrm>
            <a:off x="6784848" y="3840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EndeavourOS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01968" y="4370832"/>
            <a:ext cx="82296" cy="82296"/>
          </a:xfrm>
          <a:prstGeom prst="ellipse">
            <a:avLst/>
          </a:prstGeom>
          <a:solidFill>
            <a:srgbClr val="1793D1"/>
          </a:solidFill>
          <a:ln/>
        </p:spPr>
      </p:sp>
      <p:sp>
        <p:nvSpPr>
          <p:cNvPr id="42" name="Text 40"/>
          <p:cNvSpPr/>
          <p:nvPr/>
        </p:nvSpPr>
        <p:spPr>
          <a:xfrm>
            <a:off x="6784848" y="4297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Garuda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83680" y="5532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release, Pacman-based, full control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326880" y="1965960"/>
            <a:ext cx="2697480" cy="4160520"/>
          </a:xfrm>
          <a:prstGeom prst="roundRect">
            <a:avLst>
              <a:gd name="adj" fmla="val 3390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5" name="Shape 43"/>
          <p:cNvSpPr/>
          <p:nvPr/>
        </p:nvSpPr>
        <p:spPr>
          <a:xfrm>
            <a:off x="9326880" y="19659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950976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Independent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528048" y="2999232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9" name="Text 47"/>
          <p:cNvSpPr/>
          <p:nvPr/>
        </p:nvSpPr>
        <p:spPr>
          <a:xfrm>
            <a:off x="9710928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Gentoo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528048" y="3456432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1" name="Text 49"/>
          <p:cNvSpPr/>
          <p:nvPr/>
        </p:nvSpPr>
        <p:spPr>
          <a:xfrm>
            <a:off x="9710928" y="3383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Slackware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528048" y="3913632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3" name="Text 51"/>
          <p:cNvSpPr/>
          <p:nvPr/>
        </p:nvSpPr>
        <p:spPr>
          <a:xfrm>
            <a:off x="9710928" y="3840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openSUSE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528048" y="4370832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5" name="Text 53"/>
          <p:cNvSpPr/>
          <p:nvPr/>
        </p:nvSpPr>
        <p:spPr>
          <a:xfrm>
            <a:off x="9710928" y="4297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Linux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509760" y="5532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tools, own philosophy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58" name="Shape 4"/>
          <p:cNvSpPr/>
          <p:nvPr/>
        </p:nvSpPr>
        <p:spPr>
          <a:xfrm>
            <a:off x="5234791" y="3227832"/>
            <a:ext cx="685800" cy="6858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9" name="Text 5"/>
          <p:cNvSpPr/>
          <p:nvPr/>
        </p:nvSpPr>
        <p:spPr>
          <a:xfrm>
            <a:off x="2189535" y="3268981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</a:t>
            </a:r>
            <a:endParaRPr lang="en-US" sz="2000" dirty="0"/>
          </a:p>
        </p:txBody>
      </p:sp>
      <p:sp>
        <p:nvSpPr>
          <p:cNvPr id="61" name="Text 12"/>
          <p:cNvSpPr/>
          <p:nvPr/>
        </p:nvSpPr>
        <p:spPr>
          <a:xfrm>
            <a:off x="5234391" y="31931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</a:t>
            </a:r>
            <a:endParaRPr lang="en-US" sz="2000" dirty="0"/>
          </a:p>
        </p:txBody>
      </p:sp>
      <p:sp>
        <p:nvSpPr>
          <p:cNvPr id="62" name="Shape 18"/>
          <p:cNvSpPr/>
          <p:nvPr/>
        </p:nvSpPr>
        <p:spPr>
          <a:xfrm>
            <a:off x="8151876" y="3216603"/>
            <a:ext cx="685800" cy="685800"/>
          </a:xfrm>
          <a:prstGeom prst="ellipse">
            <a:avLst/>
          </a:prstGeom>
          <a:solidFill>
            <a:srgbClr val="1793D1"/>
          </a:solidFill>
          <a:ln/>
        </p:spPr>
      </p:sp>
      <p:sp>
        <p:nvSpPr>
          <p:cNvPr id="63" name="Text 19"/>
          <p:cNvSpPr/>
          <p:nvPr/>
        </p:nvSpPr>
        <p:spPr>
          <a:xfrm>
            <a:off x="8144842" y="31955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</a:t>
            </a:r>
            <a:endParaRPr lang="en-US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CF2D2C-E8C9-886D-F8D0-E597C8AA8EFA}"/>
              </a:ext>
            </a:extLst>
          </p:cNvPr>
          <p:cNvSpPr txBox="1"/>
          <p:nvPr/>
        </p:nvSpPr>
        <p:spPr>
          <a:xfrm>
            <a:off x="914400" y="3875450"/>
            <a:ext cx="214884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Linux Mint</a:t>
            </a:r>
            <a:endParaRPr lang="en-US" sz="1300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3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3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3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75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3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3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25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3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21" grpId="0" animBg="1"/>
      <p:bldP spid="34" grpId="0" animBg="1"/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· 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54680" y="546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DOMINATES!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62B30"/>
          </a:solidFill>
          <a:ln w="12700">
            <a:solidFill>
              <a:srgbClr val="3539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5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TOP500 supercomputers run Linux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62B30"/>
          </a:solidFill>
          <a:ln w="12700">
            <a:solidFill>
              <a:srgbClr val="3539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745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5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0916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smartphones run Android — built directly on the Linux kernel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210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262B30"/>
          </a:solidFill>
          <a:ln w="12700">
            <a:solidFill>
              <a:srgbClr val="3539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8745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5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9536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public cloud servers run a Linux distribution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82140" y="3938603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don’t realize but Linux is the underworld Boss of the Tech World.</a:t>
            </a:r>
            <a:endParaRPr lang="en-US" sz="2000" b="1" i="1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F6AB5F9C-DBAC-2AB3-3402-2447EC7088D2}"/>
              </a:ext>
            </a:extLst>
          </p:cNvPr>
          <p:cNvSpPr/>
          <p:nvPr/>
        </p:nvSpPr>
        <p:spPr>
          <a:xfrm>
            <a:off x="624840" y="104126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2A2F35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D5BA93F0-8AD6-D9A5-47A7-1E53FF79A0E0}"/>
              </a:ext>
            </a:extLst>
          </p:cNvPr>
          <p:cNvSpPr/>
          <p:nvPr/>
        </p:nvSpPr>
        <p:spPr>
          <a:xfrm>
            <a:off x="548640" y="10412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algn="ctr"/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Supercomputers</a:t>
            </a: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A0C782A0-3AA2-97D0-FF81-FDA8431A33E7}"/>
              </a:ext>
            </a:extLst>
          </p:cNvPr>
          <p:cNvSpPr/>
          <p:nvPr/>
        </p:nvSpPr>
        <p:spPr>
          <a:xfrm>
            <a:off x="2788920" y="104126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2A2F35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D10D583-A252-D8A4-2094-495580F09A91}"/>
              </a:ext>
            </a:extLst>
          </p:cNvPr>
          <p:cNvSpPr/>
          <p:nvPr/>
        </p:nvSpPr>
        <p:spPr>
          <a:xfrm>
            <a:off x="2788920" y="10412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15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24C171A1-D282-EE55-DC79-B08D08ED16A6}"/>
              </a:ext>
            </a:extLst>
          </p:cNvPr>
          <p:cNvSpPr/>
          <p:nvPr/>
        </p:nvSpPr>
        <p:spPr>
          <a:xfrm>
            <a:off x="5029200" y="10412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A9825C4C-0C52-0F71-B0CA-22CA0715F641}"/>
              </a:ext>
            </a:extLst>
          </p:cNvPr>
          <p:cNvSpPr/>
          <p:nvPr/>
        </p:nvSpPr>
        <p:spPr>
          <a:xfrm>
            <a:off x="5082540" y="1046737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2A2F35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FC18BA61-D40C-0247-E641-25E7C31E027E}"/>
              </a:ext>
            </a:extLst>
          </p:cNvPr>
          <p:cNvSpPr/>
          <p:nvPr/>
        </p:nvSpPr>
        <p:spPr>
          <a:xfrm>
            <a:off x="5006340" y="1035783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IoT</a:t>
            </a:r>
            <a:endParaRPr lang="en-US" sz="115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E38D4760-906B-AE9E-A4FA-2F22399FE489}"/>
              </a:ext>
            </a:extLst>
          </p:cNvPr>
          <p:cNvSpPr/>
          <p:nvPr/>
        </p:nvSpPr>
        <p:spPr>
          <a:xfrm>
            <a:off x="9509760" y="104126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2A2F35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8DC16887-BA98-A709-E8EA-8DD8833FE0A6}"/>
              </a:ext>
            </a:extLst>
          </p:cNvPr>
          <p:cNvSpPr/>
          <p:nvPr/>
        </p:nvSpPr>
        <p:spPr>
          <a:xfrm>
            <a:off x="9509760" y="10412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150" dirty="0"/>
          </a:p>
        </p:txBody>
      </p:sp>
      <p:sp>
        <p:nvSpPr>
          <p:cNvPr id="46" name="Shape 20"/>
          <p:cNvSpPr/>
          <p:nvPr/>
        </p:nvSpPr>
        <p:spPr>
          <a:xfrm>
            <a:off x="7376160" y="105156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2A2F35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7" name="Text 21"/>
          <p:cNvSpPr/>
          <p:nvPr/>
        </p:nvSpPr>
        <p:spPr>
          <a:xfrm>
            <a:off x="7353300" y="1030759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Desktops</a:t>
            </a:r>
            <a:endParaRPr lang="en-US" sz="1150" dirty="0"/>
          </a:p>
        </p:txBody>
      </p:sp>
      <p:pic>
        <p:nvPicPr>
          <p:cNvPr id="5122" name="Picture 2" descr="Congress calls Narendra Modi coolest PM on solar eclipse day. Take a wild  guess why - India Today">
            <a:extLst>
              <a:ext uri="{FF2B5EF4-FFF2-40B4-BE49-F238E27FC236}">
                <a16:creationId xmlns:a16="http://schemas.microsoft.com/office/drawing/2014/main" id="{C5803AA4-FBE5-A345-BCE3-7E137C810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43" b="99485" l="10000" r="90000">
                        <a14:foregroundMark x1="26957" y1="11598" x2="26957" y2="11598"/>
                        <a14:foregroundMark x1="49710" y1="31701" x2="49710" y2="31701"/>
                        <a14:foregroundMark x1="48986" y1="41753" x2="48986" y2="41753"/>
                        <a14:foregroundMark x1="51256" y1="30180" x2="50580" y2="30412"/>
                        <a14:foregroundMark x1="54197" y1="29167" x2="53805" y2="29302"/>
                        <a14:foregroundMark x1="55072" y1="28866" x2="54537" y2="29050"/>
                        <a14:foregroundMark x1="49855" y1="56186" x2="49855" y2="56186"/>
                        <a14:foregroundMark x1="58406" y1="50258" x2="55395" y2="48093"/>
                        <a14:foregroundMark x1="49663" y1="34629" x2="49275" y2="32474"/>
                        <a14:foregroundMark x1="49275" y1="32474" x2="50643" y2="31258"/>
                        <a14:foregroundMark x1="48696" y1="56443" x2="52464" y2="56186"/>
                        <a14:foregroundMark x1="52464" y1="53608" x2="52464" y2="53608"/>
                        <a14:foregroundMark x1="21159" y1="92010" x2="47536" y2="97680"/>
                        <a14:foregroundMark x1="47536" y1="97680" x2="49275" y2="84278"/>
                        <a14:foregroundMark x1="49275" y1="84278" x2="20145" y2="93299"/>
                        <a14:foregroundMark x1="20145" y1="93299" x2="21449" y2="92784"/>
                        <a14:foregroundMark x1="20580" y1="97938" x2="20580" y2="97938"/>
                        <a14:foregroundMark x1="20000" y1="94072" x2="20725" y2="99485"/>
                        <a14:foregroundMark x1="27391" y1="6443" x2="27391" y2="6443"/>
                        <a14:foregroundMark x1="52464" y1="30412" x2="52464" y2="30412"/>
                        <a14:foregroundMark x1="56377" y1="27835" x2="56377" y2="27835"/>
                        <a14:foregroundMark x1="54783" y1="28608" x2="54783" y2="28608"/>
                        <a14:foregroundMark x1="55072" y1="28608" x2="55072" y2="28608"/>
                        <a14:foregroundMark x1="53623" y1="29639" x2="53623" y2="29639"/>
                        <a14:foregroundMark x1="53188" y1="29897" x2="52609" y2="29639"/>
                        <a14:foregroundMark x1="52319" y1="29639" x2="52319" y2="29639"/>
                        <a14:foregroundMark x1="55072" y1="28866" x2="55072" y2="28866"/>
                        <a14:foregroundMark x1="56087" y1="28351" x2="56087" y2="28351"/>
                        <a14:foregroundMark x1="55362" y1="28351" x2="55362" y2="28351"/>
                        <a14:foregroundMark x1="55362" y1="29381" x2="55362" y2="29381"/>
                        <a14:foregroundMark x1="55072" y1="28866" x2="55072" y2="28866"/>
                        <a14:foregroundMark x1="55072" y1="28866" x2="55072" y2="28866"/>
                        <a14:foregroundMark x1="55217" y1="28866" x2="55217" y2="28866"/>
                        <a14:foregroundMark x1="58841" y1="49742" x2="58841" y2="49742"/>
                        <a14:foregroundMark x1="58261" y1="51546" x2="57536" y2="51289"/>
                        <a14:foregroundMark x1="54783" y1="50000" x2="54783" y2="50000"/>
                        <a14:foregroundMark x1="54493" y1="49742" x2="53768" y2="49227"/>
                        <a14:backgroundMark x1="85942" y1="68557" x2="69130" y2="67784"/>
                        <a14:backgroundMark x1="69130" y1="67784" x2="66667" y2="69588"/>
                        <a14:backgroundMark x1="64783" y1="43814" x2="64783" y2="43814"/>
                        <a14:backgroundMark x1="78261" y1="65979" x2="78261" y2="65979"/>
                        <a14:backgroundMark x1="54783" y1="67010" x2="54783" y2="67010"/>
                        <a14:backgroundMark x1="54493" y1="55670" x2="54493" y2="55670"/>
                        <a14:backgroundMark x1="69855" y1="37113" x2="63478" y2="47680"/>
                        <a14:backgroundMark x1="63478" y1="47680" x2="65217" y2="52062"/>
                        <a14:backgroundMark x1="51884" y1="35052" x2="53333" y2="38144"/>
                        <a14:backgroundMark x1="51739" y1="34021" x2="55362" y2="47938"/>
                        <a14:backgroundMark x1="55362" y1="47938" x2="51449" y2="35052"/>
                        <a14:backgroundMark x1="51449" y1="35052" x2="53188" y2="33763"/>
                        <a14:backgroundMark x1="50725" y1="33505" x2="52464" y2="33247"/>
                        <a14:backgroundMark x1="49855" y1="34536" x2="51594" y2="32732"/>
                        <a14:backgroundMark x1="50435" y1="32474" x2="51594" y2="32474"/>
                        <a14:backgroundMark x1="87971" y1="63402" x2="61594" y2="62887"/>
                        <a14:backgroundMark x1="61594" y1="62887" x2="54638" y2="66237"/>
                        <a14:backgroundMark x1="56377" y1="62371" x2="54638" y2="65206"/>
                        <a14:backgroundMark x1="52754" y1="60567" x2="52174" y2="63660"/>
                        <a14:backgroundMark x1="13188" y1="72165" x2="13188" y2="721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9599" y="3162300"/>
            <a:ext cx="657225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375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chemeClr val="accent4"/>
                </a:solidFill>
              </a:rPr>
              <a:t>How to Choose?</a:t>
            </a:r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9542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2286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the kernel —— a distribution is a complete OS built around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017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9542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971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distro belongs to a family (Debian, Red Hat, Arch, etc..), differentiating its tools, security, app support, and purpose.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9542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657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your goal: ease of use, stability and friendly, or intermediate user level: cutting edge updates, and high security or full control over the package and security.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/>
          <p:nvPr/>
        </p:nvSpPr>
        <p:spPr>
          <a:xfrm>
            <a:off x="450502" y="1551051"/>
            <a:ext cx="6712298" cy="1732788"/>
          </a:xfrm>
          <a:prstGeom prst="roundRect">
            <a:avLst>
              <a:gd name="adj" fmla="val 15385"/>
            </a:avLst>
          </a:prstGeom>
          <a:solidFill>
            <a:srgbClr val="262B30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54864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6" name="Shape 4"/>
          <p:cNvSpPr/>
          <p:nvPr/>
        </p:nvSpPr>
        <p:spPr>
          <a:xfrm rot="4397509">
            <a:off x="105156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0" name="Shape 8"/>
          <p:cNvSpPr/>
          <p:nvPr/>
        </p:nvSpPr>
        <p:spPr>
          <a:xfrm rot="4397509">
            <a:off x="155448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063240" y="448056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063240" y="498348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063240" y="548640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063240" y="5989320"/>
            <a:ext cx="45720" cy="457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548872" y="3148965"/>
            <a:ext cx="4734098" cy="45719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7" name="Text 25"/>
          <p:cNvSpPr/>
          <p:nvPr/>
        </p:nvSpPr>
        <p:spPr>
          <a:xfrm>
            <a:off x="1322983" y="1823085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28" name="Text 26"/>
          <p:cNvSpPr/>
          <p:nvPr/>
        </p:nvSpPr>
        <p:spPr>
          <a:xfrm>
            <a:off x="1946031" y="1283904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5420"/>
                </a:solidFill>
                <a:latin typeface="Cambria" pitchFamily="34" charset="0"/>
                <a:ea typeface="Cambria" pitchFamily="34" charset="-122"/>
              </a:rPr>
              <a:t>_-_-_-_-_-_-_-_-_-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Distributions  ·  Computer Science  ·  Grade 11</a:t>
            </a:r>
            <a:endParaRPr lang="en-US" sz="1100" dirty="0"/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4E8B75CA-6EFD-F474-9560-2FAE8F6FEF5B}"/>
              </a:ext>
            </a:extLst>
          </p:cNvPr>
          <p:cNvSpPr/>
          <p:nvPr/>
        </p:nvSpPr>
        <p:spPr>
          <a:xfrm>
            <a:off x="6355181" y="3603879"/>
            <a:ext cx="100584" cy="100584"/>
          </a:xfrm>
          <a:prstGeom prst="ellipse">
            <a:avLst/>
          </a:prstGeom>
          <a:solidFill>
            <a:srgbClr val="E9564F"/>
          </a:solidFill>
          <a:ln/>
        </p:spPr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DD54BB1-8BAC-544F-D2BE-9925B5D6B927}"/>
              </a:ext>
            </a:extLst>
          </p:cNvPr>
          <p:cNvSpPr/>
          <p:nvPr/>
        </p:nvSpPr>
        <p:spPr>
          <a:xfrm>
            <a:off x="6556349" y="3603879"/>
            <a:ext cx="100584" cy="100584"/>
          </a:xfrm>
          <a:prstGeom prst="ellipse">
            <a:avLst/>
          </a:prstGeom>
          <a:solidFill>
            <a:srgbClr val="E9C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B873E185-09B8-4900-4C54-37028619DC29}"/>
              </a:ext>
            </a:extLst>
          </p:cNvPr>
          <p:cNvSpPr/>
          <p:nvPr/>
        </p:nvSpPr>
        <p:spPr>
          <a:xfrm>
            <a:off x="6757517" y="3603879"/>
            <a:ext cx="100584" cy="100584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FBC8DB8-4217-33A1-362D-43662B28D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96" b="99427" l="9615" r="89510">
                        <a14:foregroundMark x1="48951" y1="9456" x2="48776" y2="8596"/>
                        <a14:foregroundMark x1="39336" y1="96275" x2="54720" y2="96275"/>
                        <a14:foregroundMark x1="54720" y1="96275" x2="38287" y2="90831"/>
                        <a14:foregroundMark x1="33217" y1="95129" x2="33217" y2="99427"/>
                        <a14:foregroundMark x1="29021" y1="49857" x2="26748" y2="45272"/>
                        <a14:foregroundMark x1="28671" y1="51862" x2="28322" y2="50716"/>
                        <a14:foregroundMark x1="48951" y1="41547" x2="51399" y2="33811"/>
                        <a14:foregroundMark x1="50350" y1="32378" x2="52098" y2="352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6592" y="2141113"/>
            <a:ext cx="7650176" cy="4667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4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4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488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Century Gothic</vt:lpstr>
      <vt:lpstr>Courier New</vt:lpstr>
      <vt:lpstr>Wingdings 3</vt:lpstr>
      <vt:lpstr>Office Theme</vt:lpstr>
      <vt:lpstr>Wisp</vt:lpstr>
      <vt:lpstr>Office 2013 - 2022 Theme</vt:lpstr>
      <vt:lpstr>1_Office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Himmu</cp:lastModifiedBy>
  <cp:revision>2</cp:revision>
  <dcterms:created xsi:type="dcterms:W3CDTF">2026-08-04T14:52:14Z</dcterms:created>
  <dcterms:modified xsi:type="dcterms:W3CDTF">2026-08-05T10:28:21Z</dcterms:modified>
</cp:coreProperties>
</file>