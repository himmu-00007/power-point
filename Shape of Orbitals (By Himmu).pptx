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3" r:id="rId2"/>
    <p:sldMasterId id="2147483676" r:id="rId3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9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Himmu" userId="b09b5b51d18eb658" providerId="LiveId" clId="{7E924168-1B7A-4AC4-A0C6-B380A097B8BB}"/>
    <pc:docChg chg="undo custSel addSld delSld modSld sldOrd delMainMaster modMainMaster">
      <pc:chgData name="Mr. Himmu" userId="b09b5b51d18eb658" providerId="LiveId" clId="{7E924168-1B7A-4AC4-A0C6-B380A097B8BB}" dt="2026-08-22T18:37:51.555" v="600" actId="1076"/>
      <pc:docMkLst>
        <pc:docMk/>
      </pc:docMkLst>
      <pc:sldChg chg="addSp delSp modSp mod modTransition modAnim">
        <pc:chgData name="Mr. Himmu" userId="b09b5b51d18eb658" providerId="LiveId" clId="{7E924168-1B7A-4AC4-A0C6-B380A097B8BB}" dt="2026-08-22T18:37:51.555" v="600" actId="1076"/>
        <pc:sldMkLst>
          <pc:docMk/>
          <pc:sldMk cId="0" sldId="256"/>
        </pc:sldMkLst>
        <pc:spChg chg="mod">
          <ac:chgData name="Mr. Himmu" userId="b09b5b51d18eb658" providerId="LiveId" clId="{7E924168-1B7A-4AC4-A0C6-B380A097B8BB}" dt="2026-08-22T18:34:19.041" v="58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r. Himmu" userId="b09b5b51d18eb658" providerId="LiveId" clId="{7E924168-1B7A-4AC4-A0C6-B380A097B8BB}" dt="2026-08-22T18:14:32.684" v="28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r. Himmu" userId="b09b5b51d18eb658" providerId="LiveId" clId="{7E924168-1B7A-4AC4-A0C6-B380A097B8BB}" dt="2026-08-22T18:30:44.040" v="553" actId="17032"/>
          <ac:spMkLst>
            <pc:docMk/>
            <pc:sldMk cId="0" sldId="256"/>
            <ac:spMk id="7" creationId="{00000000-0000-0000-0000-000000000000}"/>
          </ac:spMkLst>
        </pc:spChg>
        <pc:spChg chg="mod">
          <ac:chgData name="Mr. Himmu" userId="b09b5b51d18eb658" providerId="LiveId" clId="{7E924168-1B7A-4AC4-A0C6-B380A097B8BB}" dt="2026-08-22T18:30:01.763" v="552" actId="13822"/>
          <ac:spMkLst>
            <pc:docMk/>
            <pc:sldMk cId="0" sldId="256"/>
            <ac:spMk id="8" creationId="{00000000-0000-0000-0000-000000000000}"/>
          </ac:spMkLst>
        </pc:spChg>
        <pc:spChg chg="mod">
          <ac:chgData name="Mr. Himmu" userId="b09b5b51d18eb658" providerId="LiveId" clId="{7E924168-1B7A-4AC4-A0C6-B380A097B8BB}" dt="2026-08-22T18:16:25.031" v="286" actId="13822"/>
          <ac:spMkLst>
            <pc:docMk/>
            <pc:sldMk cId="0" sldId="256"/>
            <ac:spMk id="9" creationId="{00000000-0000-0000-0000-000000000000}"/>
          </ac:spMkLst>
        </pc:spChg>
        <pc:spChg chg="mod">
          <ac:chgData name="Mr. Himmu" userId="b09b5b51d18eb658" providerId="LiveId" clId="{7E924168-1B7A-4AC4-A0C6-B380A097B8BB}" dt="2026-08-22T18:16:42.970" v="28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r. Himmu" userId="b09b5b51d18eb658" providerId="LiveId" clId="{7E924168-1B7A-4AC4-A0C6-B380A097B8BB}" dt="2026-08-22T18:16:20.608" v="285" actId="13822"/>
          <ac:spMkLst>
            <pc:docMk/>
            <pc:sldMk cId="0" sldId="256"/>
            <ac:spMk id="11" creationId="{00000000-0000-0000-0000-000000000000}"/>
          </ac:spMkLst>
        </pc:spChg>
        <pc:spChg chg="add del">
          <ac:chgData name="Mr. Himmu" userId="b09b5b51d18eb658" providerId="LiveId" clId="{7E924168-1B7A-4AC4-A0C6-B380A097B8BB}" dt="2026-08-22T17:43:37.264" v="11" actId="22"/>
          <ac:spMkLst>
            <pc:docMk/>
            <pc:sldMk cId="0" sldId="256"/>
            <ac:spMk id="13" creationId="{9632BA6E-E655-6D9B-A663-768D7B2F1F7B}"/>
          </ac:spMkLst>
        </pc:spChg>
        <pc:spChg chg="add mod">
          <ac:chgData name="Mr. Himmu" userId="b09b5b51d18eb658" providerId="LiveId" clId="{7E924168-1B7A-4AC4-A0C6-B380A097B8BB}" dt="2026-08-22T17:55:03.018" v="202" actId="13822"/>
          <ac:spMkLst>
            <pc:docMk/>
            <pc:sldMk cId="0" sldId="256"/>
            <ac:spMk id="14" creationId="{EB335A11-6ACD-6174-E517-867864345E2B}"/>
          </ac:spMkLst>
        </pc:spChg>
        <pc:spChg chg="add mod">
          <ac:chgData name="Mr. Himmu" userId="b09b5b51d18eb658" providerId="LiveId" clId="{7E924168-1B7A-4AC4-A0C6-B380A097B8BB}" dt="2026-08-22T18:34:37.340" v="587" actId="13822"/>
          <ac:spMkLst>
            <pc:docMk/>
            <pc:sldMk cId="0" sldId="256"/>
            <ac:spMk id="15" creationId="{8B5359DF-90F6-E941-89BA-A25E64DFC9B7}"/>
          </ac:spMkLst>
        </pc:spChg>
        <pc:spChg chg="add mod">
          <ac:chgData name="Mr. Himmu" userId="b09b5b51d18eb658" providerId="LiveId" clId="{7E924168-1B7A-4AC4-A0C6-B380A097B8BB}" dt="2026-08-22T18:37:51.555" v="600" actId="1076"/>
          <ac:spMkLst>
            <pc:docMk/>
            <pc:sldMk cId="0" sldId="256"/>
            <ac:spMk id="16" creationId="{88BCA017-DC82-B4BD-D27B-AC01E7A7C4B6}"/>
          </ac:spMkLst>
        </pc:spChg>
        <pc:spChg chg="add mod">
          <ac:chgData name="Mr. Himmu" userId="b09b5b51d18eb658" providerId="LiveId" clId="{7E924168-1B7A-4AC4-A0C6-B380A097B8BB}" dt="2026-08-22T17:49:33.250" v="158" actId="1076"/>
          <ac:spMkLst>
            <pc:docMk/>
            <pc:sldMk cId="0" sldId="256"/>
            <ac:spMk id="18" creationId="{E4DFD3E5-8C4A-2874-1617-6C95F90CAA70}"/>
          </ac:spMkLst>
        </pc:spChg>
        <pc:spChg chg="add mod">
          <ac:chgData name="Mr. Himmu" userId="b09b5b51d18eb658" providerId="LiveId" clId="{7E924168-1B7A-4AC4-A0C6-B380A097B8BB}" dt="2026-08-22T17:54:04.157" v="201" actId="20577"/>
          <ac:spMkLst>
            <pc:docMk/>
            <pc:sldMk cId="0" sldId="256"/>
            <ac:spMk id="19" creationId="{B2364F7A-8FF3-8E49-C760-E564C131B6D2}"/>
          </ac:spMkLst>
        </pc:spChg>
        <pc:spChg chg="add mod">
          <ac:chgData name="Mr. Himmu" userId="b09b5b51d18eb658" providerId="LiveId" clId="{7E924168-1B7A-4AC4-A0C6-B380A097B8BB}" dt="2026-08-22T17:50:08.079" v="161"/>
          <ac:spMkLst>
            <pc:docMk/>
            <pc:sldMk cId="0" sldId="256"/>
            <ac:spMk id="20" creationId="{5575BC6C-5DF1-DD58-4D97-9C6F948BB3EC}"/>
          </ac:spMkLst>
        </pc:spChg>
        <pc:spChg chg="add mod">
          <ac:chgData name="Mr. Himmu" userId="b09b5b51d18eb658" providerId="LiveId" clId="{7E924168-1B7A-4AC4-A0C6-B380A097B8BB}" dt="2026-08-22T17:53:44.755" v="194" actId="1076"/>
          <ac:spMkLst>
            <pc:docMk/>
            <pc:sldMk cId="0" sldId="256"/>
            <ac:spMk id="21" creationId="{E67983D6-C366-0C2C-FA8C-1A08ADE13B83}"/>
          </ac:spMkLst>
        </pc:spChg>
        <pc:spChg chg="add mod">
          <ac:chgData name="Mr. Himmu" userId="b09b5b51d18eb658" providerId="LiveId" clId="{7E924168-1B7A-4AC4-A0C6-B380A097B8BB}" dt="2026-08-22T18:35:28.067" v="591" actId="14100"/>
          <ac:spMkLst>
            <pc:docMk/>
            <pc:sldMk cId="0" sldId="256"/>
            <ac:spMk id="22" creationId="{0EF22535-4DD2-16D9-27B2-CD8054D613E1}"/>
          </ac:spMkLst>
        </pc:spChg>
        <pc:spChg chg="add mod">
          <ac:chgData name="Mr. Himmu" userId="b09b5b51d18eb658" providerId="LiveId" clId="{7E924168-1B7A-4AC4-A0C6-B380A097B8BB}" dt="2026-08-22T17:55:52.185" v="207" actId="1076"/>
          <ac:spMkLst>
            <pc:docMk/>
            <pc:sldMk cId="0" sldId="256"/>
            <ac:spMk id="23" creationId="{1E1CC585-2FD6-BD94-44FB-0D4CC5526F37}"/>
          </ac:spMkLst>
        </pc:spChg>
        <pc:spChg chg="add mod">
          <ac:chgData name="Mr. Himmu" userId="b09b5b51d18eb658" providerId="LiveId" clId="{7E924168-1B7A-4AC4-A0C6-B380A097B8BB}" dt="2026-08-22T18:33:36.660" v="582" actId="14100"/>
          <ac:spMkLst>
            <pc:docMk/>
            <pc:sldMk cId="0" sldId="256"/>
            <ac:spMk id="24" creationId="{413DAEBC-058E-B277-C535-7ABFCB19DBED}"/>
          </ac:spMkLst>
        </pc:spChg>
        <pc:spChg chg="add mod">
          <ac:chgData name="Mr. Himmu" userId="b09b5b51d18eb658" providerId="LiveId" clId="{7E924168-1B7A-4AC4-A0C6-B380A097B8BB}" dt="2026-08-22T18:33:36.660" v="582" actId="14100"/>
          <ac:spMkLst>
            <pc:docMk/>
            <pc:sldMk cId="0" sldId="256"/>
            <ac:spMk id="25" creationId="{23771352-3F50-8D80-85D4-DC77EE2C7349}"/>
          </ac:spMkLst>
        </pc:spChg>
        <pc:spChg chg="add mod">
          <ac:chgData name="Mr. Himmu" userId="b09b5b51d18eb658" providerId="LiveId" clId="{7E924168-1B7A-4AC4-A0C6-B380A097B8BB}" dt="2026-08-22T18:33:36.660" v="582" actId="14100"/>
          <ac:spMkLst>
            <pc:docMk/>
            <pc:sldMk cId="0" sldId="256"/>
            <ac:spMk id="26" creationId="{F8A0467E-F868-FA48-864A-2E315DBACC1F}"/>
          </ac:spMkLst>
        </pc:spChg>
      </pc:sldChg>
      <pc:sldChg chg="addSp modSp mod modTransition setBg modAnim">
        <pc:chgData name="Mr. Himmu" userId="b09b5b51d18eb658" providerId="LiveId" clId="{7E924168-1B7A-4AC4-A0C6-B380A097B8BB}" dt="2026-08-22T18:31:54.324" v="562" actId="207"/>
        <pc:sldMkLst>
          <pc:docMk/>
          <pc:sldMk cId="0" sldId="257"/>
        </pc:sldMkLst>
        <pc:spChg chg="mod">
          <ac:chgData name="Mr. Himmu" userId="b09b5b51d18eb658" providerId="LiveId" clId="{7E924168-1B7A-4AC4-A0C6-B380A097B8BB}" dt="2026-08-22T18:19:02.122" v="310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r. Himmu" userId="b09b5b51d18eb658" providerId="LiveId" clId="{7E924168-1B7A-4AC4-A0C6-B380A097B8BB}" dt="2026-08-22T18:06:17.762" v="224" actId="17032"/>
          <ac:spMkLst>
            <pc:docMk/>
            <pc:sldMk cId="0" sldId="257"/>
            <ac:spMk id="4" creationId="{00000000-0000-0000-0000-000000000000}"/>
          </ac:spMkLst>
        </pc:spChg>
        <pc:spChg chg="mod">
          <ac:chgData name="Mr. Himmu" userId="b09b5b51d18eb658" providerId="LiveId" clId="{7E924168-1B7A-4AC4-A0C6-B380A097B8BB}" dt="2026-08-22T18:06:26.924" v="225" actId="1703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r. Himmu" userId="b09b5b51d18eb658" providerId="LiveId" clId="{7E924168-1B7A-4AC4-A0C6-B380A097B8BB}" dt="2026-08-22T18:07:59.923" v="235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r. Himmu" userId="b09b5b51d18eb658" providerId="LiveId" clId="{7E924168-1B7A-4AC4-A0C6-B380A097B8BB}" dt="2026-08-22T18:06:28.564" v="226" actId="17032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r. Himmu" userId="b09b5b51d18eb658" providerId="LiveId" clId="{7E924168-1B7A-4AC4-A0C6-B380A097B8BB}" dt="2026-08-22T18:08:07.369" v="236" actId="20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r. Himmu" userId="b09b5b51d18eb658" providerId="LiveId" clId="{7E924168-1B7A-4AC4-A0C6-B380A097B8BB}" dt="2026-08-22T18:06:30.363" v="227" actId="17032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r. Himmu" userId="b09b5b51d18eb658" providerId="LiveId" clId="{7E924168-1B7A-4AC4-A0C6-B380A097B8BB}" dt="2026-08-22T18:08:17.140" v="237" actId="20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Mr. Himmu" userId="b09b5b51d18eb658" providerId="LiveId" clId="{7E924168-1B7A-4AC4-A0C6-B380A097B8BB}" dt="2026-08-22T18:08:57.814" v="242" actId="17032"/>
          <ac:spMkLst>
            <pc:docMk/>
            <pc:sldMk cId="0" sldId="257"/>
            <ac:spMk id="26" creationId="{00000000-0000-0000-0000-000000000000}"/>
          </ac:spMkLst>
        </pc:spChg>
        <pc:spChg chg="mod">
          <ac:chgData name="Mr. Himmu" userId="b09b5b51d18eb658" providerId="LiveId" clId="{7E924168-1B7A-4AC4-A0C6-B380A097B8BB}" dt="2026-08-22T18:09:20.948" v="243" actId="207"/>
          <ac:spMkLst>
            <pc:docMk/>
            <pc:sldMk cId="0" sldId="257"/>
            <ac:spMk id="28" creationId="{00000000-0000-0000-0000-000000000000}"/>
          </ac:spMkLst>
        </pc:spChg>
        <pc:spChg chg="add mod">
          <ac:chgData name="Mr. Himmu" userId="b09b5b51d18eb658" providerId="LiveId" clId="{7E924168-1B7A-4AC4-A0C6-B380A097B8BB}" dt="2026-08-22T18:31:54.324" v="562" actId="207"/>
          <ac:spMkLst>
            <pc:docMk/>
            <pc:sldMk cId="0" sldId="257"/>
            <ac:spMk id="29" creationId="{FA4B71C0-1335-28F5-199D-6EC49E71C30D}"/>
          </ac:spMkLst>
        </pc:spChg>
      </pc:sldChg>
      <pc:sldChg chg="addSp modSp mod modTransition setBg modAnim">
        <pc:chgData name="Mr. Himmu" userId="b09b5b51d18eb658" providerId="LiveId" clId="{7E924168-1B7A-4AC4-A0C6-B380A097B8BB}" dt="2026-08-22T18:31:40.292" v="560" actId="207"/>
        <pc:sldMkLst>
          <pc:docMk/>
          <pc:sldMk cId="0" sldId="258"/>
        </pc:sldMkLst>
        <pc:spChg chg="mod">
          <ac:chgData name="Mr. Himmu" userId="b09b5b51d18eb658" providerId="LiveId" clId="{7E924168-1B7A-4AC4-A0C6-B380A097B8BB}" dt="2026-08-22T18:19:10.443" v="311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Mr. Himmu" userId="b09b5b51d18eb658" providerId="LiveId" clId="{7E924168-1B7A-4AC4-A0C6-B380A097B8BB}" dt="2026-08-22T18:08:43.299" v="238" actId="17032"/>
          <ac:spMkLst>
            <pc:docMk/>
            <pc:sldMk cId="0" sldId="258"/>
            <ac:spMk id="4" creationId="{00000000-0000-0000-0000-000000000000}"/>
          </ac:spMkLst>
        </pc:spChg>
        <pc:spChg chg="mod">
          <ac:chgData name="Mr. Himmu" userId="b09b5b51d18eb658" providerId="LiveId" clId="{7E924168-1B7A-4AC4-A0C6-B380A097B8BB}" dt="2026-08-22T18:08:44.996" v="239" actId="1703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02.677" v="246" actId="20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r. Himmu" userId="b09b5b51d18eb658" providerId="LiveId" clId="{7E924168-1B7A-4AC4-A0C6-B380A097B8BB}" dt="2026-08-22T18:08:46.653" v="240" actId="17032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06.332" v="247" actId="20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09.569" v="248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15.365" v="249" actId="20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r. Himmu" userId="b09b5b51d18eb658" providerId="LiveId" clId="{7E924168-1B7A-4AC4-A0C6-B380A097B8BB}" dt="2026-08-22T18:09:46.137" v="244" actId="17032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r. Himmu" userId="b09b5b51d18eb658" providerId="LiveId" clId="{7E924168-1B7A-4AC4-A0C6-B380A097B8BB}" dt="2026-08-22T18:09:53.224" v="245" actId="207"/>
          <ac:spMkLst>
            <pc:docMk/>
            <pc:sldMk cId="0" sldId="258"/>
            <ac:spMk id="29" creationId="{00000000-0000-0000-0000-000000000000}"/>
          </ac:spMkLst>
        </pc:spChg>
        <pc:spChg chg="add mod">
          <ac:chgData name="Mr. Himmu" userId="b09b5b51d18eb658" providerId="LiveId" clId="{7E924168-1B7A-4AC4-A0C6-B380A097B8BB}" dt="2026-08-22T18:31:40.292" v="560" actId="207"/>
          <ac:spMkLst>
            <pc:docMk/>
            <pc:sldMk cId="0" sldId="258"/>
            <ac:spMk id="30" creationId="{E9F66A41-6D8F-FE85-7C31-15D770C212B4}"/>
          </ac:spMkLst>
        </pc:spChg>
      </pc:sldChg>
      <pc:sldChg chg="addSp modSp mod modTransition setBg">
        <pc:chgData name="Mr. Himmu" userId="b09b5b51d18eb658" providerId="LiveId" clId="{7E924168-1B7A-4AC4-A0C6-B380A097B8BB}" dt="2026-08-22T18:31:46.461" v="561" actId="207"/>
        <pc:sldMkLst>
          <pc:docMk/>
          <pc:sldMk cId="0" sldId="259"/>
        </pc:sldMkLst>
        <pc:spChg chg="mod">
          <ac:chgData name="Mr. Himmu" userId="b09b5b51d18eb658" providerId="LiveId" clId="{7E924168-1B7A-4AC4-A0C6-B380A097B8BB}" dt="2026-08-22T18:19:23.043" v="312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30.595" v="251" actId="17032"/>
          <ac:spMkLst>
            <pc:docMk/>
            <pc:sldMk cId="0" sldId="259"/>
            <ac:spMk id="4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32.227" v="252" actId="17032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58.204" v="256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r. Himmu" userId="b09b5b51d18eb658" providerId="LiveId" clId="{7E924168-1B7A-4AC4-A0C6-B380A097B8BB}" dt="2026-08-22T18:11:02.452" v="258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r. Himmu" userId="b09b5b51d18eb658" providerId="LiveId" clId="{7E924168-1B7A-4AC4-A0C6-B380A097B8BB}" dt="2026-08-22T18:11:14.884" v="259" actId="20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36.588" v="254" actId="17032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r. Himmu" userId="b09b5b51d18eb658" providerId="LiveId" clId="{7E924168-1B7A-4AC4-A0C6-B380A097B8BB}" dt="2026-08-22T18:11:33.477" v="261" actId="20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r. Himmu" userId="b09b5b51d18eb658" providerId="LiveId" clId="{7E924168-1B7A-4AC4-A0C6-B380A097B8BB}" dt="2026-08-22T18:12:25.947" v="266" actId="17032"/>
          <ac:spMkLst>
            <pc:docMk/>
            <pc:sldMk cId="0" sldId="259"/>
            <ac:spMk id="29" creationId="{00000000-0000-0000-0000-000000000000}"/>
          </ac:spMkLst>
        </pc:spChg>
        <pc:spChg chg="mod">
          <ac:chgData name="Mr. Himmu" userId="b09b5b51d18eb658" providerId="LiveId" clId="{7E924168-1B7A-4AC4-A0C6-B380A097B8BB}" dt="2026-08-22T18:10:51.909" v="255" actId="207"/>
          <ac:spMkLst>
            <pc:docMk/>
            <pc:sldMk cId="0" sldId="259"/>
            <ac:spMk id="31" creationId="{00000000-0000-0000-0000-000000000000}"/>
          </ac:spMkLst>
        </pc:spChg>
        <pc:spChg chg="add mod">
          <ac:chgData name="Mr. Himmu" userId="b09b5b51d18eb658" providerId="LiveId" clId="{7E924168-1B7A-4AC4-A0C6-B380A097B8BB}" dt="2026-08-22T18:31:46.461" v="561" actId="207"/>
          <ac:spMkLst>
            <pc:docMk/>
            <pc:sldMk cId="0" sldId="259"/>
            <ac:spMk id="32" creationId="{6E2A57EA-F853-AF8E-281E-A8A11AED0EDF}"/>
          </ac:spMkLst>
        </pc:spChg>
      </pc:sldChg>
      <pc:sldChg chg="addSp modSp mod modTransition setBg">
        <pc:chgData name="Mr. Himmu" userId="b09b5b51d18eb658" providerId="LiveId" clId="{7E924168-1B7A-4AC4-A0C6-B380A097B8BB}" dt="2026-08-22T18:31:29.388" v="559" actId="207"/>
        <pc:sldMkLst>
          <pc:docMk/>
          <pc:sldMk cId="0" sldId="260"/>
        </pc:sldMkLst>
        <pc:spChg chg="mod">
          <ac:chgData name="Mr. Himmu" userId="b09b5b51d18eb658" providerId="LiveId" clId="{7E924168-1B7A-4AC4-A0C6-B380A097B8BB}" dt="2026-08-22T18:19:28.635" v="313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Mr. Himmu" userId="b09b5b51d18eb658" providerId="LiveId" clId="{7E924168-1B7A-4AC4-A0C6-B380A097B8BB}" dt="2026-08-22T18:12:43.460" v="268" actId="17032"/>
          <ac:spMkLst>
            <pc:docMk/>
            <pc:sldMk cId="0" sldId="260"/>
            <ac:spMk id="4" creationId="{00000000-0000-0000-0000-000000000000}"/>
          </ac:spMkLst>
        </pc:spChg>
        <pc:spChg chg="mod">
          <ac:chgData name="Mr. Himmu" userId="b09b5b51d18eb658" providerId="LiveId" clId="{7E924168-1B7A-4AC4-A0C6-B380A097B8BB}" dt="2026-08-22T18:12:45.411" v="269" actId="17032"/>
          <ac:spMkLst>
            <pc:docMk/>
            <pc:sldMk cId="0" sldId="260"/>
            <ac:spMk id="18" creationId="{00000000-0000-0000-0000-000000000000}"/>
          </ac:spMkLst>
        </pc:spChg>
        <pc:spChg chg="mod">
          <ac:chgData name="Mr. Himmu" userId="b09b5b51d18eb658" providerId="LiveId" clId="{7E924168-1B7A-4AC4-A0C6-B380A097B8BB}" dt="2026-08-22T18:11:47.869" v="264" actId="20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Mr. Himmu" userId="b09b5b51d18eb658" providerId="LiveId" clId="{7E924168-1B7A-4AC4-A0C6-B380A097B8BB}" dt="2026-08-22T18:12:46.843" v="270" actId="17032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r. Himmu" userId="b09b5b51d18eb658" providerId="LiveId" clId="{7E924168-1B7A-4AC4-A0C6-B380A097B8BB}" dt="2026-08-22T18:11:44.765" v="263" actId="207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r. Himmu" userId="b09b5b51d18eb658" providerId="LiveId" clId="{7E924168-1B7A-4AC4-A0C6-B380A097B8BB}" dt="2026-08-22T18:12:48.740" v="271" actId="17032"/>
          <ac:spMkLst>
            <pc:docMk/>
            <pc:sldMk cId="0" sldId="260"/>
            <ac:spMk id="28" creationId="{00000000-0000-0000-0000-000000000000}"/>
          </ac:spMkLst>
        </pc:spChg>
        <pc:spChg chg="mod">
          <ac:chgData name="Mr. Himmu" userId="b09b5b51d18eb658" providerId="LiveId" clId="{7E924168-1B7A-4AC4-A0C6-B380A097B8BB}" dt="2026-08-22T18:11:41.043" v="262" actId="207"/>
          <ac:spMkLst>
            <pc:docMk/>
            <pc:sldMk cId="0" sldId="260"/>
            <ac:spMk id="32" creationId="{00000000-0000-0000-0000-000000000000}"/>
          </ac:spMkLst>
        </pc:spChg>
        <pc:spChg chg="mod">
          <ac:chgData name="Mr. Himmu" userId="b09b5b51d18eb658" providerId="LiveId" clId="{7E924168-1B7A-4AC4-A0C6-B380A097B8BB}" dt="2026-08-22T18:12:40.983" v="267" actId="17032"/>
          <ac:spMkLst>
            <pc:docMk/>
            <pc:sldMk cId="0" sldId="260"/>
            <ac:spMk id="33" creationId="{00000000-0000-0000-0000-000000000000}"/>
          </ac:spMkLst>
        </pc:spChg>
        <pc:spChg chg="mod">
          <ac:chgData name="Mr. Himmu" userId="b09b5b51d18eb658" providerId="LiveId" clId="{7E924168-1B7A-4AC4-A0C6-B380A097B8BB}" dt="2026-08-22T18:11:52.983" v="265" actId="207"/>
          <ac:spMkLst>
            <pc:docMk/>
            <pc:sldMk cId="0" sldId="260"/>
            <ac:spMk id="35" creationId="{00000000-0000-0000-0000-000000000000}"/>
          </ac:spMkLst>
        </pc:spChg>
        <pc:spChg chg="add mod">
          <ac:chgData name="Mr. Himmu" userId="b09b5b51d18eb658" providerId="LiveId" clId="{7E924168-1B7A-4AC4-A0C6-B380A097B8BB}" dt="2026-08-22T18:31:29.388" v="559" actId="207"/>
          <ac:spMkLst>
            <pc:docMk/>
            <pc:sldMk cId="0" sldId="260"/>
            <ac:spMk id="36" creationId="{B50C69BB-0997-7027-43CE-ED59BD62E7D6}"/>
          </ac:spMkLst>
        </pc:spChg>
      </pc:sldChg>
      <pc:sldChg chg="new del">
        <pc:chgData name="Mr. Himmu" userId="b09b5b51d18eb658" providerId="LiveId" clId="{7E924168-1B7A-4AC4-A0C6-B380A097B8BB}" dt="2026-08-22T18:03:00.542" v="215" actId="2696"/>
        <pc:sldMkLst>
          <pc:docMk/>
          <pc:sldMk cId="3986809165" sldId="261"/>
        </pc:sldMkLst>
      </pc:sldChg>
      <pc:sldChg chg="new del">
        <pc:chgData name="Mr. Himmu" userId="b09b5b51d18eb658" providerId="LiveId" clId="{7E924168-1B7A-4AC4-A0C6-B380A097B8BB}" dt="2026-08-22T18:03:04.267" v="216" actId="2696"/>
        <pc:sldMkLst>
          <pc:docMk/>
          <pc:sldMk cId="3173460480" sldId="262"/>
        </pc:sldMkLst>
      </pc:sldChg>
      <pc:sldChg chg="new del">
        <pc:chgData name="Mr. Himmu" userId="b09b5b51d18eb658" providerId="LiveId" clId="{7E924168-1B7A-4AC4-A0C6-B380A097B8BB}" dt="2026-08-22T18:03:05.660" v="217" actId="2696"/>
        <pc:sldMkLst>
          <pc:docMk/>
          <pc:sldMk cId="1352976323" sldId="263"/>
        </pc:sldMkLst>
      </pc:sldChg>
      <pc:sldChg chg="new del">
        <pc:chgData name="Mr. Himmu" userId="b09b5b51d18eb658" providerId="LiveId" clId="{7E924168-1B7A-4AC4-A0C6-B380A097B8BB}" dt="2026-08-22T18:03:07.311" v="218" actId="2696"/>
        <pc:sldMkLst>
          <pc:docMk/>
          <pc:sldMk cId="4153665769" sldId="264"/>
        </pc:sldMkLst>
      </pc:sldChg>
      <pc:sldChg chg="add del ord">
        <pc:chgData name="Mr. Himmu" userId="b09b5b51d18eb658" providerId="LiveId" clId="{7E924168-1B7A-4AC4-A0C6-B380A097B8BB}" dt="2026-08-22T17:57:07.111" v="210" actId="2696"/>
        <pc:sldMkLst>
          <pc:docMk/>
          <pc:sldMk cId="2417133583" sldId="267"/>
        </pc:sldMkLst>
      </pc:sldChg>
      <pc:sldChg chg="addSp delSp modSp add mod delAnim">
        <pc:chgData name="Mr. Himmu" userId="b09b5b51d18eb658" providerId="LiveId" clId="{7E924168-1B7A-4AC4-A0C6-B380A097B8BB}" dt="2026-08-22T18:37:35.838" v="598"/>
        <pc:sldMkLst>
          <pc:docMk/>
          <pc:sldMk cId="0" sldId="269"/>
        </pc:sldMkLst>
        <pc:spChg chg="add mod">
          <ac:chgData name="Mr. Himmu" userId="b09b5b51d18eb658" providerId="LiveId" clId="{7E924168-1B7A-4AC4-A0C6-B380A097B8BB}" dt="2026-08-22T18:37:35.838" v="598"/>
          <ac:spMkLst>
            <pc:docMk/>
            <pc:sldMk cId="0" sldId="269"/>
            <ac:spMk id="30" creationId="{4C806336-E8A1-98A5-113B-FADCA144B819}"/>
          </ac:spMkLst>
        </pc:spChg>
        <pc:spChg chg="del">
          <ac:chgData name="Mr. Himmu" userId="b09b5b51d18eb658" providerId="LiveId" clId="{7E924168-1B7A-4AC4-A0C6-B380A097B8BB}" dt="2026-08-22T18:37:25.574" v="597" actId="21"/>
          <ac:spMkLst>
            <pc:docMk/>
            <pc:sldMk cId="0" sldId="269"/>
            <ac:spMk id="34" creationId="{00000000-0000-0000-0000-000000000000}"/>
          </ac:spMkLst>
        </pc:spChg>
        <pc:picChg chg="del">
          <ac:chgData name="Mr. Himmu" userId="b09b5b51d18eb658" providerId="LiveId" clId="{7E924168-1B7A-4AC4-A0C6-B380A097B8BB}" dt="2026-08-22T18:37:14.888" v="596" actId="21"/>
          <ac:picMkLst>
            <pc:docMk/>
            <pc:sldMk cId="0" sldId="269"/>
            <ac:picMk id="42" creationId="{9FBC8DB8-4217-33A1-362D-43662B28D49D}"/>
          </ac:picMkLst>
        </pc:picChg>
      </pc:sldChg>
      <pc:sldMasterChg chg="setBg modSldLayout">
        <pc:chgData name="Mr. Himmu" userId="b09b5b51d18eb658" providerId="LiveId" clId="{7E924168-1B7A-4AC4-A0C6-B380A097B8BB}" dt="2026-08-22T18:04:58.098" v="220"/>
        <pc:sldMasterMkLst>
          <pc:docMk/>
          <pc:sldMasterMk cId="1285678128" sldId="2147483663"/>
        </pc:sldMasterMkLst>
        <pc:sldLayoutChg chg="setBg">
          <pc:chgData name="Mr. Himmu" userId="b09b5b51d18eb658" providerId="LiveId" clId="{7E924168-1B7A-4AC4-A0C6-B380A097B8BB}" dt="2026-08-22T18:04:58.098" v="220"/>
          <pc:sldLayoutMkLst>
            <pc:docMk/>
            <pc:sldMasterMk cId="1285678128" sldId="2147483663"/>
            <pc:sldLayoutMk cId="3961524174" sldId="2147483675"/>
          </pc:sldLayoutMkLst>
        </pc:sldLayoutChg>
      </pc:sldMasterChg>
      <pc:sldMasterChg chg="del delSldLayout">
        <pc:chgData name="Mr. Himmu" userId="b09b5b51d18eb658" providerId="LiveId" clId="{7E924168-1B7A-4AC4-A0C6-B380A097B8BB}" dt="2026-08-22T18:03:00.542" v="215" actId="2696"/>
        <pc:sldMasterMkLst>
          <pc:docMk/>
          <pc:sldMasterMk cId="3522053315" sldId="2147483712"/>
        </pc:sldMasterMkLst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4225592517" sldId="2147483713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1412910380" sldId="2147483714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3108008139" sldId="2147483715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1790862350" sldId="2147483716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290970335" sldId="2147483717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2374839067" sldId="2147483718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3067974728" sldId="2147483719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2540182385" sldId="2147483720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262649123" sldId="2147483721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2027960412" sldId="2147483722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2031477887" sldId="2147483723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2611651092" sldId="2147483724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4204080300" sldId="2147483725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3334348373" sldId="2147483726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3313435363" sldId="2147483727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3253981908" sldId="2147483728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1271499702" sldId="2147483729"/>
          </pc:sldLayoutMkLst>
        </pc:sldLayoutChg>
        <pc:sldLayoutChg chg="del">
          <pc:chgData name="Mr. Himmu" userId="b09b5b51d18eb658" providerId="LiveId" clId="{7E924168-1B7A-4AC4-A0C6-B380A097B8BB}" dt="2026-08-22T18:03:00.542" v="215" actId="2696"/>
          <pc:sldLayoutMkLst>
            <pc:docMk/>
            <pc:sldMasterMk cId="3522053315" sldId="2147483712"/>
            <pc:sldLayoutMk cId="3234577892" sldId="214748373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849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8323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8799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368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7742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2825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7255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644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7145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3512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9308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500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524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0476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791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28140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53548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94550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61778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15495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33285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32536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50445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2355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78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678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438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5036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STRUCTURE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of Orbitals</a:t>
            </a:r>
            <a:endParaRPr lang="en-US" sz="4600" dirty="0">
              <a:solidFill>
                <a:schemeClr val="accent5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Geometry, Orientation and Electron Distribution of s, p, d and f Orbitals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0" y="2903220"/>
            <a:ext cx="2743200" cy="1051560"/>
          </a:xfrm>
          <a:prstGeom prst="ellipse">
            <a:avLst/>
          </a:prstGeom>
          <a:ln w="19050">
            <a:solidFill>
              <a:srgbClr val="4C6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600000">
            <a:off x="8686800" y="2903220"/>
            <a:ext cx="2743200" cy="1051560"/>
          </a:xfrm>
          <a:prstGeom prst="ellipse">
            <a:avLst/>
          </a:prstGeom>
          <a:ln w="19050">
            <a:solidFill>
              <a:srgbClr val="4C6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7200000">
            <a:off x="8686800" y="2903220"/>
            <a:ext cx="2743200" cy="1051560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8" name="Shape 6"/>
          <p:cNvSpPr/>
          <p:nvPr/>
        </p:nvSpPr>
        <p:spPr>
          <a:xfrm>
            <a:off x="9930384" y="3300984"/>
            <a:ext cx="256032" cy="256032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9" name="Shape 7"/>
          <p:cNvSpPr/>
          <p:nvPr/>
        </p:nvSpPr>
        <p:spPr>
          <a:xfrm>
            <a:off x="11338560" y="3319272"/>
            <a:ext cx="128016" cy="12801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sp>
        <p:nvSpPr>
          <p:cNvPr id="10" name="Shape 8"/>
          <p:cNvSpPr/>
          <p:nvPr/>
        </p:nvSpPr>
        <p:spPr>
          <a:xfrm>
            <a:off x="9180576" y="4266837"/>
            <a:ext cx="128016" cy="12801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sp>
        <p:nvSpPr>
          <p:cNvPr id="11" name="Shape 9"/>
          <p:cNvSpPr/>
          <p:nvPr/>
        </p:nvSpPr>
        <p:spPr>
          <a:xfrm>
            <a:off x="9171432" y="2496312"/>
            <a:ext cx="128016" cy="12801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sp>
        <p:nvSpPr>
          <p:cNvPr id="14" name="Shape 24">
            <a:extLst>
              <a:ext uri="{FF2B5EF4-FFF2-40B4-BE49-F238E27FC236}">
                <a16:creationId xmlns:a16="http://schemas.microsoft.com/office/drawing/2014/main" id="{EB335A11-6ACD-6174-E517-867864345E2B}"/>
              </a:ext>
            </a:extLst>
          </p:cNvPr>
          <p:cNvSpPr/>
          <p:nvPr/>
        </p:nvSpPr>
        <p:spPr>
          <a:xfrm>
            <a:off x="2605036" y="324612"/>
            <a:ext cx="5943600" cy="1252728"/>
          </a:xfrm>
          <a:prstGeom prst="roundRect">
            <a:avLst>
              <a:gd name="adj" fmla="val 15385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3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</a:t>
            </a:r>
            <a:r>
              <a:rPr lang="en-US" sz="3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HALOGENS</a:t>
            </a:r>
            <a:endParaRPr lang="en-US" dirty="0"/>
          </a:p>
        </p:txBody>
      </p:sp>
      <p:sp>
        <p:nvSpPr>
          <p:cNvPr id="15" name="Shape 24">
            <a:extLst>
              <a:ext uri="{FF2B5EF4-FFF2-40B4-BE49-F238E27FC236}">
                <a16:creationId xmlns:a16="http://schemas.microsoft.com/office/drawing/2014/main" id="{8B5359DF-90F6-E941-89BA-A25E64DFC9B7}"/>
              </a:ext>
            </a:extLst>
          </p:cNvPr>
          <p:cNvSpPr/>
          <p:nvPr/>
        </p:nvSpPr>
        <p:spPr>
          <a:xfrm>
            <a:off x="7320728" y="4793041"/>
            <a:ext cx="4765295" cy="1783080"/>
          </a:xfrm>
          <a:prstGeom prst="roundRect">
            <a:avLst>
              <a:gd name="adj" fmla="val 15385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Text 33">
            <a:extLst>
              <a:ext uri="{FF2B5EF4-FFF2-40B4-BE49-F238E27FC236}">
                <a16:creationId xmlns:a16="http://schemas.microsoft.com/office/drawing/2014/main" id="{88BCA017-DC82-B4BD-D27B-AC01E7A7C4B6}"/>
              </a:ext>
            </a:extLst>
          </p:cNvPr>
          <p:cNvSpPr/>
          <p:nvPr/>
        </p:nvSpPr>
        <p:spPr>
          <a:xfrm>
            <a:off x="0" y="6172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Chemistry · Grade 11 · Atomic Structure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DFD3E5-8C4A-2874-1617-6C95F90CAA70}"/>
              </a:ext>
            </a:extLst>
          </p:cNvPr>
          <p:cNvSpPr txBox="1"/>
          <p:nvPr/>
        </p:nvSpPr>
        <p:spPr>
          <a:xfrm>
            <a:off x="4273566" y="992082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Presents</a:t>
            </a:r>
            <a:r>
              <a:rPr lang="en-US" sz="3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364F7A-8FF3-8E49-C760-E564C131B6D2}"/>
              </a:ext>
            </a:extLst>
          </p:cNvPr>
          <p:cNvSpPr txBox="1"/>
          <p:nvPr/>
        </p:nvSpPr>
        <p:spPr>
          <a:xfrm>
            <a:off x="8548636" y="5734677"/>
            <a:ext cx="311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Section :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 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Tesla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983D6-C366-0C2C-FA8C-1A08ADE13B83}"/>
              </a:ext>
            </a:extLst>
          </p:cNvPr>
          <p:cNvSpPr txBox="1"/>
          <p:nvPr/>
        </p:nvSpPr>
        <p:spPr>
          <a:xfrm>
            <a:off x="7502614" y="5191788"/>
            <a:ext cx="2302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Subject Teacher :</a:t>
            </a: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22535-4DD2-16D9-27B2-CD8054D613E1}"/>
              </a:ext>
            </a:extLst>
          </p:cNvPr>
          <p:cNvSpPr txBox="1"/>
          <p:nvPr/>
        </p:nvSpPr>
        <p:spPr>
          <a:xfrm>
            <a:off x="9804874" y="5154854"/>
            <a:ext cx="264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Manoj Sir</a:t>
            </a:r>
          </a:p>
        </p:txBody>
      </p:sp>
      <p:sp>
        <p:nvSpPr>
          <p:cNvPr id="23" name="Shape 31">
            <a:extLst>
              <a:ext uri="{FF2B5EF4-FFF2-40B4-BE49-F238E27FC236}">
                <a16:creationId xmlns:a16="http://schemas.microsoft.com/office/drawing/2014/main" id="{1E1CC585-2FD6-BD94-44FB-0D4CC5526F37}"/>
              </a:ext>
            </a:extLst>
          </p:cNvPr>
          <p:cNvSpPr/>
          <p:nvPr/>
        </p:nvSpPr>
        <p:spPr>
          <a:xfrm flipV="1">
            <a:off x="694944" y="3308420"/>
            <a:ext cx="4875776" cy="45719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413DAEBC-058E-B277-C535-7ABFCB19DBED}"/>
              </a:ext>
            </a:extLst>
          </p:cNvPr>
          <p:cNvSpPr>
            <a:spLocks noChangeAspect="1"/>
          </p:cNvSpPr>
          <p:nvPr/>
        </p:nvSpPr>
        <p:spPr>
          <a:xfrm>
            <a:off x="1174249" y="2064835"/>
            <a:ext cx="100584" cy="100584"/>
          </a:xfrm>
          <a:prstGeom prst="ellipse">
            <a:avLst/>
          </a:prstGeom>
          <a:solidFill>
            <a:srgbClr val="E9564F"/>
          </a:solidFill>
          <a:ln/>
        </p:spPr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23771352-3F50-8D80-85D4-DC77EE2C7349}"/>
              </a:ext>
            </a:extLst>
          </p:cNvPr>
          <p:cNvSpPr>
            <a:spLocks noChangeAspect="1"/>
          </p:cNvSpPr>
          <p:nvPr/>
        </p:nvSpPr>
        <p:spPr>
          <a:xfrm>
            <a:off x="1375417" y="2064835"/>
            <a:ext cx="100584" cy="100584"/>
          </a:xfrm>
          <a:prstGeom prst="ellipse">
            <a:avLst/>
          </a:prstGeom>
          <a:solidFill>
            <a:srgbClr val="E9C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F8A0467E-F868-FA48-864A-2E315DBACC1F}"/>
              </a:ext>
            </a:extLst>
          </p:cNvPr>
          <p:cNvSpPr>
            <a:spLocks noChangeAspect="1"/>
          </p:cNvSpPr>
          <p:nvPr/>
        </p:nvSpPr>
        <p:spPr>
          <a:xfrm>
            <a:off x="1576585" y="2064835"/>
            <a:ext cx="100584" cy="100584"/>
          </a:xfrm>
          <a:prstGeom prst="ellipse">
            <a:avLst/>
          </a:prstGeom>
          <a:solidFill>
            <a:srgbClr val="39D353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S-Orbital</a:t>
            </a:r>
            <a:endParaRPr lang="en-US" sz="3400" dirty="0">
              <a:solidFill>
                <a:schemeClr val="accent5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45720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SHAPE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20240" y="1691640"/>
            <a:ext cx="914400" cy="914400"/>
          </a:xfrm>
          <a:prstGeom prst="ellipse">
            <a:avLst/>
          </a:prstGeom>
          <a:solidFill>
            <a:srgbClr val="4C6FE7"/>
          </a:solidFill>
          <a:ln/>
        </p:spPr>
      </p:sp>
      <p:sp>
        <p:nvSpPr>
          <p:cNvPr id="7" name="Shape 5"/>
          <p:cNvSpPr/>
          <p:nvPr/>
        </p:nvSpPr>
        <p:spPr>
          <a:xfrm>
            <a:off x="2125980" y="1865376"/>
            <a:ext cx="342900" cy="25146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797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SPIN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   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364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electrons — opposite spins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2" name="Shape 10"/>
          <p:cNvSpPr/>
          <p:nvPr/>
        </p:nvSpPr>
        <p:spPr>
          <a:xfrm>
            <a:off x="5438089" y="1444752"/>
            <a:ext cx="502920" cy="502920"/>
          </a:xfrm>
          <a:prstGeom prst="ellipse">
            <a:avLst/>
          </a:prstGeom>
          <a:solidFill>
            <a:srgbClr val="4C6FE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Spherical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35698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7" name="Shape 15"/>
          <p:cNvSpPr/>
          <p:nvPr/>
        </p:nvSpPr>
        <p:spPr>
          <a:xfrm>
            <a:off x="7901788" y="144475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035698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08850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OF ELECTRONS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08850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Non-directional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499397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2" name="Shape 20"/>
          <p:cNvSpPr/>
          <p:nvPr/>
        </p:nvSpPr>
        <p:spPr>
          <a:xfrm>
            <a:off x="10365486" y="1444752"/>
            <a:ext cx="502920" cy="502920"/>
          </a:xfrm>
          <a:prstGeom prst="ellipse">
            <a:avLst/>
          </a:prstGeom>
          <a:solidFill>
            <a:srgbClr val="1D2951"/>
          </a:solidFill>
          <a:ln/>
        </p:spPr>
      </p:sp>
      <p:sp>
        <p:nvSpPr>
          <p:cNvPr id="23" name="Text 21"/>
          <p:cNvSpPr/>
          <p:nvPr/>
        </p:nvSpPr>
        <p:spPr>
          <a:xfrm>
            <a:off x="9499397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72549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ELECTRON CAPACITY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72549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11277295" cy="2743200"/>
          </a:xfrm>
          <a:prstGeom prst="roundRect">
            <a:avLst>
              <a:gd name="adj" fmla="val 266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7" name="Text 25"/>
          <p:cNvSpPr/>
          <p:nvPr/>
        </p:nvSpPr>
        <p:spPr>
          <a:xfrm>
            <a:off x="731520" y="3904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233672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and non-directional — the probability of finding the electron is the same in every direction (x, y, z) on the surface.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size increase with the shell number: 1s &lt; 2s &lt; 3s &lt; 4s &lt; …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 maximum of two electrons, which spin in opposite directions — one clockwise, the other anticlockwise.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FA4B71C0-1335-28F5-199D-6EC49E71C30D}"/>
              </a:ext>
            </a:extLst>
          </p:cNvPr>
          <p:cNvSpPr/>
          <p:nvPr/>
        </p:nvSpPr>
        <p:spPr>
          <a:xfrm>
            <a:off x="0" y="6172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Chemistry · Grade 11 · Atomic Structure</a:t>
            </a:r>
            <a:endParaRPr lang="en-US" sz="12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P-Orbital</a:t>
            </a:r>
            <a:endParaRPr lang="en-US" sz="3400" dirty="0">
              <a:solidFill>
                <a:schemeClr val="accent5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45720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SHAPE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5400000">
            <a:off x="2624328" y="1783080"/>
            <a:ext cx="420624" cy="731520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6200000">
            <a:off x="1709928" y="1783080"/>
            <a:ext cx="420624" cy="731520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7148" y="2098548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C6F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797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SPIN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   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electrons — opposite spins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" name="Shape 11"/>
          <p:cNvSpPr/>
          <p:nvPr/>
        </p:nvSpPr>
        <p:spPr>
          <a:xfrm>
            <a:off x="5438089" y="1444752"/>
            <a:ext cx="502920" cy="502920"/>
          </a:xfrm>
          <a:prstGeom prst="ellipse">
            <a:avLst/>
          </a:prstGeom>
          <a:solidFill>
            <a:srgbClr val="4C6FE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5152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5152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Dumbbell-shaped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035698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8" name="Shape 16"/>
          <p:cNvSpPr/>
          <p:nvPr/>
        </p:nvSpPr>
        <p:spPr>
          <a:xfrm>
            <a:off x="7901788" y="144475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7035698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08850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08850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px, py, pz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519971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3" name="Shape 21"/>
          <p:cNvSpPr/>
          <p:nvPr/>
        </p:nvSpPr>
        <p:spPr>
          <a:xfrm>
            <a:off x="10365486" y="1444752"/>
            <a:ext cx="502920" cy="502920"/>
          </a:xfrm>
          <a:prstGeom prst="ellipse">
            <a:avLst/>
          </a:prstGeom>
          <a:solidFill>
            <a:srgbClr val="1D2951"/>
          </a:solidFill>
          <a:ln/>
        </p:spPr>
      </p:sp>
      <p:sp>
        <p:nvSpPr>
          <p:cNvPr id="24" name="Text 22"/>
          <p:cNvSpPr/>
          <p:nvPr/>
        </p:nvSpPr>
        <p:spPr>
          <a:xfrm>
            <a:off x="9499397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72549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ELECTRON CAPACITY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72549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11277295" cy="2743200"/>
          </a:xfrm>
          <a:prstGeom prst="roundRect">
            <a:avLst>
              <a:gd name="adj" fmla="val 266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8" name="Text 26"/>
          <p:cNvSpPr/>
          <p:nvPr/>
        </p:nvSpPr>
        <p:spPr>
          <a:xfrm>
            <a:off x="731520" y="3904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233672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Dumbbell (or double-lobed) shaped, present from the second shell onward (2p, 3p, 4p, …).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Possesses three orientations — px, py and pz — lying along the x, y and z axes respectively.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orientation has two lobes separated by a node; the probability of finding the electron is maximum in the lobes and zero at the node.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orientation holds two electrons that spin in opposite directions — one clockwise, the other anticlockwise.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orientations have the same energy, so they are called degenerate orbitals (e.g. 2px, 2py and 2pz).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Text 33">
            <a:extLst>
              <a:ext uri="{FF2B5EF4-FFF2-40B4-BE49-F238E27FC236}">
                <a16:creationId xmlns:a16="http://schemas.microsoft.com/office/drawing/2014/main" id="{E9F66A41-6D8F-FE85-7C31-15D770C212B4}"/>
              </a:ext>
            </a:extLst>
          </p:cNvPr>
          <p:cNvSpPr/>
          <p:nvPr/>
        </p:nvSpPr>
        <p:spPr>
          <a:xfrm>
            <a:off x="0" y="6172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Chemistry · Grade 11 · Atomic Structure</a:t>
            </a:r>
            <a:endParaRPr lang="en-US" sz="1200" dirty="0">
              <a:solidFill>
                <a:schemeClr val="accent3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D-Orbital</a:t>
            </a:r>
            <a:endParaRPr lang="en-US" sz="3400" dirty="0">
              <a:solidFill>
                <a:schemeClr val="accent5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45720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SHAPE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8100000">
            <a:off x="2454760" y="2153008"/>
            <a:ext cx="310896" cy="457200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3500000">
            <a:off x="1989224" y="2153008"/>
            <a:ext cx="310896" cy="457200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900000">
            <a:off x="1989224" y="1687472"/>
            <a:ext cx="310896" cy="457200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2454760" y="1687472"/>
            <a:ext cx="310896" cy="457200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7148" y="2098548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C6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797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SPIN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35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   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364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electrons — opposite spins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5" name="Shape 13"/>
          <p:cNvSpPr/>
          <p:nvPr/>
        </p:nvSpPr>
        <p:spPr>
          <a:xfrm>
            <a:off x="5438089" y="1444752"/>
            <a:ext cx="502920" cy="502920"/>
          </a:xfrm>
          <a:prstGeom prst="ellipse">
            <a:avLst/>
          </a:prstGeom>
          <a:solidFill>
            <a:srgbClr val="4C6FE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45152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geometry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035698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0" name="Shape 18"/>
          <p:cNvSpPr/>
          <p:nvPr/>
        </p:nvSpPr>
        <p:spPr>
          <a:xfrm>
            <a:off x="7901788" y="144475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7035698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08850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08850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499397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5" name="Shape 23"/>
          <p:cNvSpPr/>
          <p:nvPr/>
        </p:nvSpPr>
        <p:spPr>
          <a:xfrm>
            <a:off x="10365486" y="1444752"/>
            <a:ext cx="502920" cy="502920"/>
          </a:xfrm>
          <a:prstGeom prst="ellipse">
            <a:avLst/>
          </a:prstGeom>
          <a:solidFill>
            <a:srgbClr val="1D2951"/>
          </a:solidFill>
          <a:ln/>
        </p:spPr>
      </p:sp>
      <p:sp>
        <p:nvSpPr>
          <p:cNvPr id="26" name="Text 24"/>
          <p:cNvSpPr/>
          <p:nvPr/>
        </p:nvSpPr>
        <p:spPr>
          <a:xfrm>
            <a:off x="9499397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72549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ELECTRON CAPACITY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72549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11277295" cy="2743200"/>
          </a:xfrm>
          <a:prstGeom prst="roundRect">
            <a:avLst>
              <a:gd name="adj" fmla="val 266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0" name="Text 28"/>
          <p:cNvSpPr/>
          <p:nvPr/>
        </p:nvSpPr>
        <p:spPr>
          <a:xfrm>
            <a:off x="731520" y="3904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233672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Possesses a complicated geometrical shape, more intricate than the s and p orbitals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from the third shell onward (3d, 4d, 5d, …).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five orientations: dxy, dxz, dyz, dx²−y² and dz².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a maximum of ten electrons.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6E2A57EA-F853-AF8E-281E-A8A11AED0EDF}"/>
              </a:ext>
            </a:extLst>
          </p:cNvPr>
          <p:cNvSpPr/>
          <p:nvPr/>
        </p:nvSpPr>
        <p:spPr>
          <a:xfrm>
            <a:off x="0" y="6172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Chemistry · Grade 11 · Atomic Structure</a:t>
            </a:r>
            <a:endParaRPr lang="en-US" sz="1200" dirty="0">
              <a:solidFill>
                <a:schemeClr val="accent3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4000">
        <p14:prism dir="d" isContent="1"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F-Orbital</a:t>
            </a:r>
            <a:endParaRPr lang="en-US" sz="3400" dirty="0">
              <a:solidFill>
                <a:schemeClr val="accent5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45720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SHAPE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5400000">
            <a:off x="2578608" y="1956816"/>
            <a:ext cx="219456" cy="384048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8100000">
            <a:off x="2487549" y="2176653"/>
            <a:ext cx="219456" cy="384048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267712" y="2267712"/>
            <a:ext cx="219456" cy="384048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3500000">
            <a:off x="2047875" y="2176653"/>
            <a:ext cx="219456" cy="384048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6200000">
            <a:off x="1956816" y="1956816"/>
            <a:ext cx="219456" cy="384048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8900000">
            <a:off x="2047875" y="1736979"/>
            <a:ext cx="219456" cy="384048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600000">
            <a:off x="2267712" y="1645920"/>
            <a:ext cx="219456" cy="384048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2487549" y="1736979"/>
            <a:ext cx="219456" cy="384048"/>
          </a:xfrm>
          <a:prstGeom prst="ellipse">
            <a:avLst/>
          </a:prstGeom>
          <a:solidFill>
            <a:srgbClr val="4C6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27148" y="2098548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C6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97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SPIN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   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electrons — opposite spins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9" name="Shape 17"/>
          <p:cNvSpPr/>
          <p:nvPr/>
        </p:nvSpPr>
        <p:spPr>
          <a:xfrm>
            <a:off x="5438089" y="1444752"/>
            <a:ext cx="502920" cy="502920"/>
          </a:xfrm>
          <a:prstGeom prst="ellipse">
            <a:avLst/>
          </a:prstGeom>
          <a:solidFill>
            <a:srgbClr val="4C6FE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45152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45152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geometry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035698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4" name="Shape 22"/>
          <p:cNvSpPr/>
          <p:nvPr/>
        </p:nvSpPr>
        <p:spPr>
          <a:xfrm>
            <a:off x="7901788" y="144475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7035698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08850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08850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499397" y="1188720"/>
            <a:ext cx="2235098" cy="2377440"/>
          </a:xfrm>
          <a:prstGeom prst="roundRect">
            <a:avLst>
              <a:gd name="adj" fmla="val 327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9" name="Shape 27"/>
          <p:cNvSpPr/>
          <p:nvPr/>
        </p:nvSpPr>
        <p:spPr>
          <a:xfrm>
            <a:off x="10365486" y="1444752"/>
            <a:ext cx="502920" cy="502920"/>
          </a:xfrm>
          <a:prstGeom prst="ellipse">
            <a:avLst/>
          </a:prstGeom>
          <a:solidFill>
            <a:srgbClr val="1D2951"/>
          </a:solidFill>
          <a:ln/>
        </p:spPr>
      </p:sp>
      <p:sp>
        <p:nvSpPr>
          <p:cNvPr id="30" name="Text 28"/>
          <p:cNvSpPr/>
          <p:nvPr/>
        </p:nvSpPr>
        <p:spPr>
          <a:xfrm>
            <a:off x="9499397" y="1444752"/>
            <a:ext cx="22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e⁻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72549" y="2121408"/>
            <a:ext cx="208879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ELECTRON CAPACITY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572549" y="2487168"/>
            <a:ext cx="20887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11277295" cy="2743200"/>
          </a:xfrm>
          <a:prstGeom prst="roundRect">
            <a:avLst>
              <a:gd name="adj" fmla="val 266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4" name="Text 32"/>
          <p:cNvSpPr/>
          <p:nvPr/>
        </p:nvSpPr>
        <p:spPr>
          <a:xfrm>
            <a:off x="731520" y="3904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4233672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Possesses a complicated geometrical shape, more intricate than the d orbital 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from the fourth shell onward (4f, 5f, …).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seven orientations.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a maximum of fourteen electrons.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50C69BB-0997-7027-43CE-ED59BD62E7D6}"/>
              </a:ext>
            </a:extLst>
          </p:cNvPr>
          <p:cNvSpPr/>
          <p:nvPr/>
        </p:nvSpPr>
        <p:spPr>
          <a:xfrm>
            <a:off x="0" y="6172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Chemistry · Grade 11 · Atomic Structure</a:t>
            </a:r>
            <a:endParaRPr lang="en-US" sz="1200" dirty="0">
              <a:solidFill>
                <a:schemeClr val="accent3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4000">
        <p14:prism dir="d" isContent="1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/>
          <p:cNvSpPr/>
          <p:nvPr/>
        </p:nvSpPr>
        <p:spPr>
          <a:xfrm>
            <a:off x="450502" y="1551051"/>
            <a:ext cx="6712298" cy="1732788"/>
          </a:xfrm>
          <a:prstGeom prst="roundRect">
            <a:avLst>
              <a:gd name="adj" fmla="val 15385"/>
            </a:avLst>
          </a:prstGeom>
          <a:solidFill>
            <a:srgbClr val="262B30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54864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6" name="Shape 4"/>
          <p:cNvSpPr/>
          <p:nvPr/>
        </p:nvSpPr>
        <p:spPr>
          <a:xfrm rot="4397509">
            <a:off x="105156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0" name="Shape 8"/>
          <p:cNvSpPr/>
          <p:nvPr/>
        </p:nvSpPr>
        <p:spPr>
          <a:xfrm rot="4397509">
            <a:off x="155448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032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06324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06324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06324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5" name="Shape 23"/>
          <p:cNvSpPr/>
          <p:nvPr/>
        </p:nvSpPr>
        <p:spPr>
          <a:xfrm>
            <a:off x="306324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6" name="Shape 24"/>
          <p:cNvSpPr/>
          <p:nvPr/>
        </p:nvSpPr>
        <p:spPr>
          <a:xfrm>
            <a:off x="1548872" y="3148965"/>
            <a:ext cx="4734098" cy="45719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7" name="Text 25"/>
          <p:cNvSpPr/>
          <p:nvPr/>
        </p:nvSpPr>
        <p:spPr>
          <a:xfrm>
            <a:off x="1322983" y="1823085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28" name="Text 26"/>
          <p:cNvSpPr/>
          <p:nvPr/>
        </p:nvSpPr>
        <p:spPr>
          <a:xfrm>
            <a:off x="1946031" y="1283904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5420"/>
                </a:solidFill>
                <a:latin typeface="Cambria" pitchFamily="34" charset="0"/>
                <a:ea typeface="Cambria" pitchFamily="34" charset="-122"/>
              </a:rPr>
              <a:t>_-_-_-_-_-_-_-_-_-</a:t>
            </a:r>
            <a:endParaRPr lang="en-US" sz="4200" dirty="0"/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4E8B75CA-6EFD-F474-9560-2FAE8F6FEF5B}"/>
              </a:ext>
            </a:extLst>
          </p:cNvPr>
          <p:cNvSpPr/>
          <p:nvPr/>
        </p:nvSpPr>
        <p:spPr>
          <a:xfrm>
            <a:off x="6355181" y="3603879"/>
            <a:ext cx="100584" cy="100584"/>
          </a:xfrm>
          <a:prstGeom prst="ellipse">
            <a:avLst/>
          </a:prstGeom>
          <a:solidFill>
            <a:srgbClr val="E9564F"/>
          </a:solidFill>
          <a:ln/>
        </p:spPr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DD54BB1-8BAC-544F-D2BE-9925B5D6B927}"/>
              </a:ext>
            </a:extLst>
          </p:cNvPr>
          <p:cNvSpPr/>
          <p:nvPr/>
        </p:nvSpPr>
        <p:spPr>
          <a:xfrm>
            <a:off x="6556349" y="3603879"/>
            <a:ext cx="100584" cy="100584"/>
          </a:xfrm>
          <a:prstGeom prst="ellipse">
            <a:avLst/>
          </a:prstGeom>
          <a:solidFill>
            <a:srgbClr val="E9C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B873E185-09B8-4900-4C54-37028619DC29}"/>
              </a:ext>
            </a:extLst>
          </p:cNvPr>
          <p:cNvSpPr/>
          <p:nvPr/>
        </p:nvSpPr>
        <p:spPr>
          <a:xfrm>
            <a:off x="6757517" y="3603879"/>
            <a:ext cx="100584" cy="100584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30" name="Text 33">
            <a:extLst>
              <a:ext uri="{FF2B5EF4-FFF2-40B4-BE49-F238E27FC236}">
                <a16:creationId xmlns:a16="http://schemas.microsoft.com/office/drawing/2014/main" id="{4C806336-E8A1-98A5-113B-FADCA144B819}"/>
              </a:ext>
            </a:extLst>
          </p:cNvPr>
          <p:cNvSpPr/>
          <p:nvPr/>
        </p:nvSpPr>
        <p:spPr>
          <a:xfrm>
            <a:off x="0" y="6172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Chemistry · Grade 11 · Atomic Structure</a:t>
            </a:r>
            <a:endParaRPr lang="en-US" sz="12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</TotalTime>
  <Words>469</Words>
  <Application>Microsoft Office PowerPoint</Application>
  <PresentationFormat>Widescreen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Courier New</vt:lpstr>
      <vt:lpstr>Office Theme</vt:lpstr>
      <vt:lpstr>Office 2013 - 2022 Theme</vt:lpstr>
      <vt:lpstr>1_Office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Himmu</cp:lastModifiedBy>
  <cp:revision>1</cp:revision>
  <dcterms:created xsi:type="dcterms:W3CDTF">2026-08-22T17:32:07Z</dcterms:created>
  <dcterms:modified xsi:type="dcterms:W3CDTF">2026-08-22T18:39:07Z</dcterms:modified>
</cp:coreProperties>
</file>